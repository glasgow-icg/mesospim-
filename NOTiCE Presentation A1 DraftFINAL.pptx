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4_88AA9DA1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21374100" cy="30289500"/>
  <p:notesSz cx="6669088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BA5298-623C-EBB4-9B57-605C391C786A}" name="Ryo Kinegawa" initials="RK" userId="S::Ryo.Kinegawa@glasgow.ac.uk::2d21e37f-f770-4684-88cd-12cd8626e3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72" y="-12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671024270218098E-2"/>
          <c:y val="0.18371772292462157"/>
          <c:w val="0.87209550053261464"/>
          <c:h val="0.7135468130234946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x1.0</c:v>
                </c:pt>
              </c:strCache>
            </c:strRef>
          </c:tx>
          <c:spPr>
            <a:ln w="22225" cap="rnd">
              <a:solidFill>
                <a:srgbClr val="00206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rgbClr val="002060"/>
                </a:solidFill>
                <a:round/>
              </a:ln>
              <a:effectLst/>
            </c:spPr>
          </c:marker>
          <c:xVal>
            <c:numRef>
              <c:f>Sheet1!$A$2:$A$312</c:f>
              <c:numCache>
                <c:formatCode>General</c:formatCode>
                <c:ptCount val="311"/>
                <c:pt idx="0">
                  <c:v>6.2395500000000004</c:v>
                </c:pt>
                <c:pt idx="1">
                  <c:v>46.172699999999999</c:v>
                </c:pt>
                <c:pt idx="2">
                  <c:v>86.105800000000002</c:v>
                </c:pt>
                <c:pt idx="3">
                  <c:v>126.039</c:v>
                </c:pt>
                <c:pt idx="4">
                  <c:v>165.97200000000001</c:v>
                </c:pt>
                <c:pt idx="5">
                  <c:v>205.905</c:v>
                </c:pt>
                <c:pt idx="6">
                  <c:v>245.83799999999999</c:v>
                </c:pt>
                <c:pt idx="7">
                  <c:v>285.77100000000002</c:v>
                </c:pt>
                <c:pt idx="8">
                  <c:v>325.70499999999998</c:v>
                </c:pt>
                <c:pt idx="9">
                  <c:v>365.63799999999998</c:v>
                </c:pt>
                <c:pt idx="10">
                  <c:v>405.57100000000003</c:v>
                </c:pt>
                <c:pt idx="11">
                  <c:v>8.1681399999999993</c:v>
                </c:pt>
                <c:pt idx="12">
                  <c:v>17.2698</c:v>
                </c:pt>
                <c:pt idx="13">
                  <c:v>26.371400000000001</c:v>
                </c:pt>
                <c:pt idx="14">
                  <c:v>35.473100000000002</c:v>
                </c:pt>
                <c:pt idx="15">
                  <c:v>44.5747</c:v>
                </c:pt>
                <c:pt idx="16">
                  <c:v>53.676400000000001</c:v>
                </c:pt>
                <c:pt idx="17">
                  <c:v>62.777999999999999</c:v>
                </c:pt>
                <c:pt idx="18">
                  <c:v>71.879599999999996</c:v>
                </c:pt>
                <c:pt idx="19">
                  <c:v>80.981300000000005</c:v>
                </c:pt>
                <c:pt idx="20">
                  <c:v>90.082899999999995</c:v>
                </c:pt>
                <c:pt idx="21">
                  <c:v>99.184600000000003</c:v>
                </c:pt>
                <c:pt idx="22">
                  <c:v>108.286</c:v>
                </c:pt>
                <c:pt idx="23">
                  <c:v>117.38800000000001</c:v>
                </c:pt>
                <c:pt idx="24">
                  <c:v>126.489</c:v>
                </c:pt>
                <c:pt idx="25">
                  <c:v>135.59100000000001</c:v>
                </c:pt>
                <c:pt idx="26">
                  <c:v>144.69300000000001</c:v>
                </c:pt>
                <c:pt idx="27">
                  <c:v>153.79400000000001</c:v>
                </c:pt>
                <c:pt idx="28">
                  <c:v>162.89599999999999</c:v>
                </c:pt>
                <c:pt idx="29">
                  <c:v>171.99799999999999</c:v>
                </c:pt>
                <c:pt idx="30">
                  <c:v>181.09899999999999</c:v>
                </c:pt>
                <c:pt idx="31">
                  <c:v>190.20099999999999</c:v>
                </c:pt>
                <c:pt idx="32">
                  <c:v>199.303</c:v>
                </c:pt>
                <c:pt idx="33">
                  <c:v>208.404</c:v>
                </c:pt>
                <c:pt idx="34">
                  <c:v>217.506</c:v>
                </c:pt>
                <c:pt idx="35">
                  <c:v>226.608</c:v>
                </c:pt>
                <c:pt idx="36">
                  <c:v>235.709</c:v>
                </c:pt>
                <c:pt idx="37">
                  <c:v>244.81100000000001</c:v>
                </c:pt>
                <c:pt idx="38">
                  <c:v>253.91200000000001</c:v>
                </c:pt>
                <c:pt idx="39">
                  <c:v>263.01400000000001</c:v>
                </c:pt>
                <c:pt idx="40">
                  <c:v>272.11599999999999</c:v>
                </c:pt>
                <c:pt idx="41">
                  <c:v>281.21699999999998</c:v>
                </c:pt>
                <c:pt idx="42">
                  <c:v>290.31900000000002</c:v>
                </c:pt>
                <c:pt idx="43">
                  <c:v>299.42099999999999</c:v>
                </c:pt>
                <c:pt idx="44">
                  <c:v>308.52199999999999</c:v>
                </c:pt>
                <c:pt idx="45">
                  <c:v>317.62400000000002</c:v>
                </c:pt>
                <c:pt idx="46">
                  <c:v>326.726</c:v>
                </c:pt>
                <c:pt idx="47">
                  <c:v>7.7994399999999997</c:v>
                </c:pt>
                <c:pt idx="48">
                  <c:v>13.5562</c:v>
                </c:pt>
                <c:pt idx="49">
                  <c:v>19.312899999999999</c:v>
                </c:pt>
                <c:pt idx="50">
                  <c:v>25.069600000000001</c:v>
                </c:pt>
                <c:pt idx="51">
                  <c:v>30.8264</c:v>
                </c:pt>
                <c:pt idx="52">
                  <c:v>36.583100000000002</c:v>
                </c:pt>
                <c:pt idx="53">
                  <c:v>42.339799999999997</c:v>
                </c:pt>
                <c:pt idx="54">
                  <c:v>48.096499999999999</c:v>
                </c:pt>
                <c:pt idx="55">
                  <c:v>53.853299999999997</c:v>
                </c:pt>
                <c:pt idx="56">
                  <c:v>59.61</c:v>
                </c:pt>
                <c:pt idx="57">
                  <c:v>65.366699999999994</c:v>
                </c:pt>
                <c:pt idx="58">
                  <c:v>71.123500000000007</c:v>
                </c:pt>
                <c:pt idx="59">
                  <c:v>76.880200000000002</c:v>
                </c:pt>
                <c:pt idx="60">
                  <c:v>82.636899999999997</c:v>
                </c:pt>
                <c:pt idx="61">
                  <c:v>88.393699999999995</c:v>
                </c:pt>
                <c:pt idx="62">
                  <c:v>94.150400000000005</c:v>
                </c:pt>
                <c:pt idx="63">
                  <c:v>99.9071</c:v>
                </c:pt>
                <c:pt idx="64">
                  <c:v>105.664</c:v>
                </c:pt>
                <c:pt idx="65">
                  <c:v>111.42100000000001</c:v>
                </c:pt>
                <c:pt idx="66">
                  <c:v>117.17700000000001</c:v>
                </c:pt>
                <c:pt idx="67">
                  <c:v>122.934</c:v>
                </c:pt>
                <c:pt idx="68">
                  <c:v>128.691</c:v>
                </c:pt>
                <c:pt idx="69">
                  <c:v>134.447</c:v>
                </c:pt>
                <c:pt idx="70">
                  <c:v>140.20400000000001</c:v>
                </c:pt>
                <c:pt idx="71">
                  <c:v>145.96100000000001</c:v>
                </c:pt>
                <c:pt idx="72">
                  <c:v>151.71799999999999</c:v>
                </c:pt>
                <c:pt idx="73">
                  <c:v>157.47399999999999</c:v>
                </c:pt>
                <c:pt idx="74">
                  <c:v>163.23099999999999</c:v>
                </c:pt>
                <c:pt idx="75">
                  <c:v>168.988</c:v>
                </c:pt>
                <c:pt idx="76">
                  <c:v>174.745</c:v>
                </c:pt>
                <c:pt idx="77">
                  <c:v>180.501</c:v>
                </c:pt>
                <c:pt idx="78">
                  <c:v>186.25800000000001</c:v>
                </c:pt>
                <c:pt idx="79">
                  <c:v>192.01499999999999</c:v>
                </c:pt>
                <c:pt idx="80">
                  <c:v>197.77199999999999</c:v>
                </c:pt>
                <c:pt idx="81">
                  <c:v>203.52799999999999</c:v>
                </c:pt>
                <c:pt idx="82">
                  <c:v>209.285</c:v>
                </c:pt>
                <c:pt idx="83">
                  <c:v>215.042</c:v>
                </c:pt>
                <c:pt idx="84">
                  <c:v>220.798</c:v>
                </c:pt>
                <c:pt idx="85">
                  <c:v>226.55500000000001</c:v>
                </c:pt>
                <c:pt idx="86">
                  <c:v>232.31200000000001</c:v>
                </c:pt>
                <c:pt idx="87">
                  <c:v>238.06899999999999</c:v>
                </c:pt>
                <c:pt idx="88">
                  <c:v>243.82499999999999</c:v>
                </c:pt>
                <c:pt idx="89">
                  <c:v>249.58199999999999</c:v>
                </c:pt>
                <c:pt idx="90">
                  <c:v>8.5084800000000005</c:v>
                </c:pt>
                <c:pt idx="91">
                  <c:v>11.941700000000001</c:v>
                </c:pt>
                <c:pt idx="92">
                  <c:v>15.375</c:v>
                </c:pt>
                <c:pt idx="93">
                  <c:v>18.808199999999999</c:v>
                </c:pt>
                <c:pt idx="94">
                  <c:v>22.241499999999998</c:v>
                </c:pt>
                <c:pt idx="95">
                  <c:v>25.674700000000001</c:v>
                </c:pt>
                <c:pt idx="96">
                  <c:v>29.108000000000001</c:v>
                </c:pt>
                <c:pt idx="97">
                  <c:v>32.541200000000003</c:v>
                </c:pt>
                <c:pt idx="98">
                  <c:v>35.974499999999999</c:v>
                </c:pt>
                <c:pt idx="99">
                  <c:v>39.407699999999998</c:v>
                </c:pt>
                <c:pt idx="100">
                  <c:v>42.840899999999998</c:v>
                </c:pt>
                <c:pt idx="101">
                  <c:v>46.2742</c:v>
                </c:pt>
                <c:pt idx="102">
                  <c:v>49.7074</c:v>
                </c:pt>
                <c:pt idx="103">
                  <c:v>53.140700000000002</c:v>
                </c:pt>
                <c:pt idx="104">
                  <c:v>56.573900000000002</c:v>
                </c:pt>
                <c:pt idx="105">
                  <c:v>60.007199999999997</c:v>
                </c:pt>
                <c:pt idx="106">
                  <c:v>63.440399999999997</c:v>
                </c:pt>
                <c:pt idx="107">
                  <c:v>66.873699999999999</c:v>
                </c:pt>
                <c:pt idx="108">
                  <c:v>70.306899999999999</c:v>
                </c:pt>
                <c:pt idx="109">
                  <c:v>73.740200000000002</c:v>
                </c:pt>
                <c:pt idx="110">
                  <c:v>77.173400000000001</c:v>
                </c:pt>
                <c:pt idx="111">
                  <c:v>80.606700000000004</c:v>
                </c:pt>
                <c:pt idx="112">
                  <c:v>84.039900000000003</c:v>
                </c:pt>
                <c:pt idx="113">
                  <c:v>87.473100000000002</c:v>
                </c:pt>
                <c:pt idx="114">
                  <c:v>90.906400000000005</c:v>
                </c:pt>
                <c:pt idx="115">
                  <c:v>94.339600000000004</c:v>
                </c:pt>
                <c:pt idx="116">
                  <c:v>97.772900000000007</c:v>
                </c:pt>
                <c:pt idx="117">
                  <c:v>101.206</c:v>
                </c:pt>
                <c:pt idx="118">
                  <c:v>104.639</c:v>
                </c:pt>
                <c:pt idx="119">
                  <c:v>108.07299999999999</c:v>
                </c:pt>
                <c:pt idx="120">
                  <c:v>111.506</c:v>
                </c:pt>
                <c:pt idx="121">
                  <c:v>114.93899999999999</c:v>
                </c:pt>
                <c:pt idx="122">
                  <c:v>118.372</c:v>
                </c:pt>
                <c:pt idx="123">
                  <c:v>121.806</c:v>
                </c:pt>
                <c:pt idx="124">
                  <c:v>125.239</c:v>
                </c:pt>
                <c:pt idx="125">
                  <c:v>128.672</c:v>
                </c:pt>
                <c:pt idx="126">
                  <c:v>132.10499999999999</c:v>
                </c:pt>
                <c:pt idx="127">
                  <c:v>135.53899999999999</c:v>
                </c:pt>
                <c:pt idx="128">
                  <c:v>138.97200000000001</c:v>
                </c:pt>
                <c:pt idx="129">
                  <c:v>142.405</c:v>
                </c:pt>
                <c:pt idx="130">
                  <c:v>145.83799999999999</c:v>
                </c:pt>
                <c:pt idx="131">
                  <c:v>149.27199999999999</c:v>
                </c:pt>
                <c:pt idx="132">
                  <c:v>152.70500000000001</c:v>
                </c:pt>
                <c:pt idx="133">
                  <c:v>156.13800000000001</c:v>
                </c:pt>
                <c:pt idx="134">
                  <c:v>159.571</c:v>
                </c:pt>
                <c:pt idx="135">
                  <c:v>163.005</c:v>
                </c:pt>
                <c:pt idx="136">
                  <c:v>166.43799999999999</c:v>
                </c:pt>
                <c:pt idx="137">
                  <c:v>169.87100000000001</c:v>
                </c:pt>
                <c:pt idx="138">
                  <c:v>173.304</c:v>
                </c:pt>
                <c:pt idx="139">
                  <c:v>176.738</c:v>
                </c:pt>
                <c:pt idx="140">
                  <c:v>180.17099999999999</c:v>
                </c:pt>
                <c:pt idx="141">
                  <c:v>183.60400000000001</c:v>
                </c:pt>
                <c:pt idx="142">
                  <c:v>187.03700000000001</c:v>
                </c:pt>
                <c:pt idx="143">
                  <c:v>190.471</c:v>
                </c:pt>
                <c:pt idx="144">
                  <c:v>193.904</c:v>
                </c:pt>
                <c:pt idx="145">
                  <c:v>197.33699999999999</c:v>
                </c:pt>
                <c:pt idx="146">
                  <c:v>200.77</c:v>
                </c:pt>
                <c:pt idx="147">
                  <c:v>204.20400000000001</c:v>
                </c:pt>
                <c:pt idx="148">
                  <c:v>7.4449199999999998</c:v>
                </c:pt>
                <c:pt idx="149">
                  <c:v>27.546199999999999</c:v>
                </c:pt>
                <c:pt idx="150">
                  <c:v>47.647500000000001</c:v>
                </c:pt>
                <c:pt idx="151">
                  <c:v>67.748800000000003</c:v>
                </c:pt>
                <c:pt idx="152">
                  <c:v>87.850099999999998</c:v>
                </c:pt>
                <c:pt idx="153">
                  <c:v>107.95099999999999</c:v>
                </c:pt>
                <c:pt idx="154">
                  <c:v>128.053</c:v>
                </c:pt>
                <c:pt idx="155">
                  <c:v>148.154</c:v>
                </c:pt>
                <c:pt idx="156">
                  <c:v>168.255</c:v>
                </c:pt>
                <c:pt idx="157">
                  <c:v>188.35599999999999</c:v>
                </c:pt>
                <c:pt idx="158">
                  <c:v>208.458</c:v>
                </c:pt>
                <c:pt idx="159">
                  <c:v>228.559</c:v>
                </c:pt>
                <c:pt idx="160">
                  <c:v>248.66</c:v>
                </c:pt>
                <c:pt idx="161">
                  <c:v>268.762</c:v>
                </c:pt>
                <c:pt idx="162">
                  <c:v>288.863</c:v>
                </c:pt>
                <c:pt idx="163">
                  <c:v>308.964</c:v>
                </c:pt>
                <c:pt idx="164">
                  <c:v>329.065</c:v>
                </c:pt>
                <c:pt idx="165">
                  <c:v>349.16699999999997</c:v>
                </c:pt>
                <c:pt idx="166">
                  <c:v>369.26799999999997</c:v>
                </c:pt>
                <c:pt idx="167">
                  <c:v>389.36900000000003</c:v>
                </c:pt>
                <c:pt idx="168">
                  <c:v>409.471</c:v>
                </c:pt>
              </c:numCache>
            </c:numRef>
          </c:xVal>
          <c:yVal>
            <c:numRef>
              <c:f>Sheet1!$B$2:$B$312</c:f>
              <c:numCache>
                <c:formatCode>General</c:formatCode>
                <c:ptCount val="311"/>
                <c:pt idx="0">
                  <c:v>2.7955399999999998E-2</c:v>
                </c:pt>
                <c:pt idx="1">
                  <c:v>0.686886</c:v>
                </c:pt>
                <c:pt idx="2">
                  <c:v>0.84528300000000001</c:v>
                </c:pt>
                <c:pt idx="3">
                  <c:v>0.89284600000000003</c:v>
                </c:pt>
                <c:pt idx="4">
                  <c:v>0.90961000000000003</c:v>
                </c:pt>
                <c:pt idx="5">
                  <c:v>0.92042299999999999</c:v>
                </c:pt>
                <c:pt idx="6">
                  <c:v>0.92699100000000001</c:v>
                </c:pt>
                <c:pt idx="7">
                  <c:v>0.93017499999999997</c:v>
                </c:pt>
                <c:pt idx="8">
                  <c:v>0.93242000000000003</c:v>
                </c:pt>
                <c:pt idx="9">
                  <c:v>0.934859</c:v>
                </c:pt>
                <c:pt idx="10">
                  <c:v>0.93589800000000001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36-40DB-8E21-DDA4907D3B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x1.6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Sheet1!$A$2:$A$312</c:f>
              <c:numCache>
                <c:formatCode>General</c:formatCode>
                <c:ptCount val="311"/>
                <c:pt idx="0">
                  <c:v>6.2395500000000004</c:v>
                </c:pt>
                <c:pt idx="1">
                  <c:v>46.172699999999999</c:v>
                </c:pt>
                <c:pt idx="2">
                  <c:v>86.105800000000002</c:v>
                </c:pt>
                <c:pt idx="3">
                  <c:v>126.039</c:v>
                </c:pt>
                <c:pt idx="4">
                  <c:v>165.97200000000001</c:v>
                </c:pt>
                <c:pt idx="5">
                  <c:v>205.905</c:v>
                </c:pt>
                <c:pt idx="6">
                  <c:v>245.83799999999999</c:v>
                </c:pt>
                <c:pt idx="7">
                  <c:v>285.77100000000002</c:v>
                </c:pt>
                <c:pt idx="8">
                  <c:v>325.70499999999998</c:v>
                </c:pt>
                <c:pt idx="9">
                  <c:v>365.63799999999998</c:v>
                </c:pt>
                <c:pt idx="10">
                  <c:v>405.57100000000003</c:v>
                </c:pt>
                <c:pt idx="11">
                  <c:v>8.1681399999999993</c:v>
                </c:pt>
                <c:pt idx="12">
                  <c:v>17.2698</c:v>
                </c:pt>
                <c:pt idx="13">
                  <c:v>26.371400000000001</c:v>
                </c:pt>
                <c:pt idx="14">
                  <c:v>35.473100000000002</c:v>
                </c:pt>
                <c:pt idx="15">
                  <c:v>44.5747</c:v>
                </c:pt>
                <c:pt idx="16">
                  <c:v>53.676400000000001</c:v>
                </c:pt>
                <c:pt idx="17">
                  <c:v>62.777999999999999</c:v>
                </c:pt>
                <c:pt idx="18">
                  <c:v>71.879599999999996</c:v>
                </c:pt>
                <c:pt idx="19">
                  <c:v>80.981300000000005</c:v>
                </c:pt>
                <c:pt idx="20">
                  <c:v>90.082899999999995</c:v>
                </c:pt>
                <c:pt idx="21">
                  <c:v>99.184600000000003</c:v>
                </c:pt>
                <c:pt idx="22">
                  <c:v>108.286</c:v>
                </c:pt>
                <c:pt idx="23">
                  <c:v>117.38800000000001</c:v>
                </c:pt>
                <c:pt idx="24">
                  <c:v>126.489</c:v>
                </c:pt>
                <c:pt idx="25">
                  <c:v>135.59100000000001</c:v>
                </c:pt>
                <c:pt idx="26">
                  <c:v>144.69300000000001</c:v>
                </c:pt>
                <c:pt idx="27">
                  <c:v>153.79400000000001</c:v>
                </c:pt>
                <c:pt idx="28">
                  <c:v>162.89599999999999</c:v>
                </c:pt>
                <c:pt idx="29">
                  <c:v>171.99799999999999</c:v>
                </c:pt>
                <c:pt idx="30">
                  <c:v>181.09899999999999</c:v>
                </c:pt>
                <c:pt idx="31">
                  <c:v>190.20099999999999</c:v>
                </c:pt>
                <c:pt idx="32">
                  <c:v>199.303</c:v>
                </c:pt>
                <c:pt idx="33">
                  <c:v>208.404</c:v>
                </c:pt>
                <c:pt idx="34">
                  <c:v>217.506</c:v>
                </c:pt>
                <c:pt idx="35">
                  <c:v>226.608</c:v>
                </c:pt>
                <c:pt idx="36">
                  <c:v>235.709</c:v>
                </c:pt>
                <c:pt idx="37">
                  <c:v>244.81100000000001</c:v>
                </c:pt>
                <c:pt idx="38">
                  <c:v>253.91200000000001</c:v>
                </c:pt>
                <c:pt idx="39">
                  <c:v>263.01400000000001</c:v>
                </c:pt>
                <c:pt idx="40">
                  <c:v>272.11599999999999</c:v>
                </c:pt>
                <c:pt idx="41">
                  <c:v>281.21699999999998</c:v>
                </c:pt>
                <c:pt idx="42">
                  <c:v>290.31900000000002</c:v>
                </c:pt>
                <c:pt idx="43">
                  <c:v>299.42099999999999</c:v>
                </c:pt>
                <c:pt idx="44">
                  <c:v>308.52199999999999</c:v>
                </c:pt>
                <c:pt idx="45">
                  <c:v>317.62400000000002</c:v>
                </c:pt>
                <c:pt idx="46">
                  <c:v>326.726</c:v>
                </c:pt>
                <c:pt idx="47">
                  <c:v>7.7994399999999997</c:v>
                </c:pt>
                <c:pt idx="48">
                  <c:v>13.5562</c:v>
                </c:pt>
                <c:pt idx="49">
                  <c:v>19.312899999999999</c:v>
                </c:pt>
                <c:pt idx="50">
                  <c:v>25.069600000000001</c:v>
                </c:pt>
                <c:pt idx="51">
                  <c:v>30.8264</c:v>
                </c:pt>
                <c:pt idx="52">
                  <c:v>36.583100000000002</c:v>
                </c:pt>
                <c:pt idx="53">
                  <c:v>42.339799999999997</c:v>
                </c:pt>
                <c:pt idx="54">
                  <c:v>48.096499999999999</c:v>
                </c:pt>
                <c:pt idx="55">
                  <c:v>53.853299999999997</c:v>
                </c:pt>
                <c:pt idx="56">
                  <c:v>59.61</c:v>
                </c:pt>
                <c:pt idx="57">
                  <c:v>65.366699999999994</c:v>
                </c:pt>
                <c:pt idx="58">
                  <c:v>71.123500000000007</c:v>
                </c:pt>
                <c:pt idx="59">
                  <c:v>76.880200000000002</c:v>
                </c:pt>
                <c:pt idx="60">
                  <c:v>82.636899999999997</c:v>
                </c:pt>
                <c:pt idx="61">
                  <c:v>88.393699999999995</c:v>
                </c:pt>
                <c:pt idx="62">
                  <c:v>94.150400000000005</c:v>
                </c:pt>
                <c:pt idx="63">
                  <c:v>99.9071</c:v>
                </c:pt>
                <c:pt idx="64">
                  <c:v>105.664</c:v>
                </c:pt>
                <c:pt idx="65">
                  <c:v>111.42100000000001</c:v>
                </c:pt>
                <c:pt idx="66">
                  <c:v>117.17700000000001</c:v>
                </c:pt>
                <c:pt idx="67">
                  <c:v>122.934</c:v>
                </c:pt>
                <c:pt idx="68">
                  <c:v>128.691</c:v>
                </c:pt>
                <c:pt idx="69">
                  <c:v>134.447</c:v>
                </c:pt>
                <c:pt idx="70">
                  <c:v>140.20400000000001</c:v>
                </c:pt>
                <c:pt idx="71">
                  <c:v>145.96100000000001</c:v>
                </c:pt>
                <c:pt idx="72">
                  <c:v>151.71799999999999</c:v>
                </c:pt>
                <c:pt idx="73">
                  <c:v>157.47399999999999</c:v>
                </c:pt>
                <c:pt idx="74">
                  <c:v>163.23099999999999</c:v>
                </c:pt>
                <c:pt idx="75">
                  <c:v>168.988</c:v>
                </c:pt>
                <c:pt idx="76">
                  <c:v>174.745</c:v>
                </c:pt>
                <c:pt idx="77">
                  <c:v>180.501</c:v>
                </c:pt>
                <c:pt idx="78">
                  <c:v>186.25800000000001</c:v>
                </c:pt>
                <c:pt idx="79">
                  <c:v>192.01499999999999</c:v>
                </c:pt>
                <c:pt idx="80">
                  <c:v>197.77199999999999</c:v>
                </c:pt>
                <c:pt idx="81">
                  <c:v>203.52799999999999</c:v>
                </c:pt>
                <c:pt idx="82">
                  <c:v>209.285</c:v>
                </c:pt>
                <c:pt idx="83">
                  <c:v>215.042</c:v>
                </c:pt>
                <c:pt idx="84">
                  <c:v>220.798</c:v>
                </c:pt>
                <c:pt idx="85">
                  <c:v>226.55500000000001</c:v>
                </c:pt>
                <c:pt idx="86">
                  <c:v>232.31200000000001</c:v>
                </c:pt>
                <c:pt idx="87">
                  <c:v>238.06899999999999</c:v>
                </c:pt>
                <c:pt idx="88">
                  <c:v>243.82499999999999</c:v>
                </c:pt>
                <c:pt idx="89">
                  <c:v>249.58199999999999</c:v>
                </c:pt>
                <c:pt idx="90">
                  <c:v>8.5084800000000005</c:v>
                </c:pt>
                <c:pt idx="91">
                  <c:v>11.941700000000001</c:v>
                </c:pt>
                <c:pt idx="92">
                  <c:v>15.375</c:v>
                </c:pt>
                <c:pt idx="93">
                  <c:v>18.808199999999999</c:v>
                </c:pt>
                <c:pt idx="94">
                  <c:v>22.241499999999998</c:v>
                </c:pt>
                <c:pt idx="95">
                  <c:v>25.674700000000001</c:v>
                </c:pt>
                <c:pt idx="96">
                  <c:v>29.108000000000001</c:v>
                </c:pt>
                <c:pt idx="97">
                  <c:v>32.541200000000003</c:v>
                </c:pt>
                <c:pt idx="98">
                  <c:v>35.974499999999999</c:v>
                </c:pt>
                <c:pt idx="99">
                  <c:v>39.407699999999998</c:v>
                </c:pt>
                <c:pt idx="100">
                  <c:v>42.840899999999998</c:v>
                </c:pt>
                <c:pt idx="101">
                  <c:v>46.2742</c:v>
                </c:pt>
                <c:pt idx="102">
                  <c:v>49.7074</c:v>
                </c:pt>
                <c:pt idx="103">
                  <c:v>53.140700000000002</c:v>
                </c:pt>
                <c:pt idx="104">
                  <c:v>56.573900000000002</c:v>
                </c:pt>
                <c:pt idx="105">
                  <c:v>60.007199999999997</c:v>
                </c:pt>
                <c:pt idx="106">
                  <c:v>63.440399999999997</c:v>
                </c:pt>
                <c:pt idx="107">
                  <c:v>66.873699999999999</c:v>
                </c:pt>
                <c:pt idx="108">
                  <c:v>70.306899999999999</c:v>
                </c:pt>
                <c:pt idx="109">
                  <c:v>73.740200000000002</c:v>
                </c:pt>
                <c:pt idx="110">
                  <c:v>77.173400000000001</c:v>
                </c:pt>
                <c:pt idx="111">
                  <c:v>80.606700000000004</c:v>
                </c:pt>
                <c:pt idx="112">
                  <c:v>84.039900000000003</c:v>
                </c:pt>
                <c:pt idx="113">
                  <c:v>87.473100000000002</c:v>
                </c:pt>
                <c:pt idx="114">
                  <c:v>90.906400000000005</c:v>
                </c:pt>
                <c:pt idx="115">
                  <c:v>94.339600000000004</c:v>
                </c:pt>
                <c:pt idx="116">
                  <c:v>97.772900000000007</c:v>
                </c:pt>
                <c:pt idx="117">
                  <c:v>101.206</c:v>
                </c:pt>
                <c:pt idx="118">
                  <c:v>104.639</c:v>
                </c:pt>
                <c:pt idx="119">
                  <c:v>108.07299999999999</c:v>
                </c:pt>
                <c:pt idx="120">
                  <c:v>111.506</c:v>
                </c:pt>
                <c:pt idx="121">
                  <c:v>114.93899999999999</c:v>
                </c:pt>
                <c:pt idx="122">
                  <c:v>118.372</c:v>
                </c:pt>
                <c:pt idx="123">
                  <c:v>121.806</c:v>
                </c:pt>
                <c:pt idx="124">
                  <c:v>125.239</c:v>
                </c:pt>
                <c:pt idx="125">
                  <c:v>128.672</c:v>
                </c:pt>
                <c:pt idx="126">
                  <c:v>132.10499999999999</c:v>
                </c:pt>
                <c:pt idx="127">
                  <c:v>135.53899999999999</c:v>
                </c:pt>
                <c:pt idx="128">
                  <c:v>138.97200000000001</c:v>
                </c:pt>
                <c:pt idx="129">
                  <c:v>142.405</c:v>
                </c:pt>
                <c:pt idx="130">
                  <c:v>145.83799999999999</c:v>
                </c:pt>
                <c:pt idx="131">
                  <c:v>149.27199999999999</c:v>
                </c:pt>
                <c:pt idx="132">
                  <c:v>152.70500000000001</c:v>
                </c:pt>
                <c:pt idx="133">
                  <c:v>156.13800000000001</c:v>
                </c:pt>
                <c:pt idx="134">
                  <c:v>159.571</c:v>
                </c:pt>
                <c:pt idx="135">
                  <c:v>163.005</c:v>
                </c:pt>
                <c:pt idx="136">
                  <c:v>166.43799999999999</c:v>
                </c:pt>
                <c:pt idx="137">
                  <c:v>169.87100000000001</c:v>
                </c:pt>
                <c:pt idx="138">
                  <c:v>173.304</c:v>
                </c:pt>
                <c:pt idx="139">
                  <c:v>176.738</c:v>
                </c:pt>
                <c:pt idx="140">
                  <c:v>180.17099999999999</c:v>
                </c:pt>
                <c:pt idx="141">
                  <c:v>183.60400000000001</c:v>
                </c:pt>
                <c:pt idx="142">
                  <c:v>187.03700000000001</c:v>
                </c:pt>
                <c:pt idx="143">
                  <c:v>190.471</c:v>
                </c:pt>
                <c:pt idx="144">
                  <c:v>193.904</c:v>
                </c:pt>
                <c:pt idx="145">
                  <c:v>197.33699999999999</c:v>
                </c:pt>
                <c:pt idx="146">
                  <c:v>200.77</c:v>
                </c:pt>
                <c:pt idx="147">
                  <c:v>204.20400000000001</c:v>
                </c:pt>
                <c:pt idx="148">
                  <c:v>7.4449199999999998</c:v>
                </c:pt>
                <c:pt idx="149">
                  <c:v>27.546199999999999</c:v>
                </c:pt>
                <c:pt idx="150">
                  <c:v>47.647500000000001</c:v>
                </c:pt>
                <c:pt idx="151">
                  <c:v>67.748800000000003</c:v>
                </c:pt>
                <c:pt idx="152">
                  <c:v>87.850099999999998</c:v>
                </c:pt>
                <c:pt idx="153">
                  <c:v>107.95099999999999</c:v>
                </c:pt>
                <c:pt idx="154">
                  <c:v>128.053</c:v>
                </c:pt>
                <c:pt idx="155">
                  <c:v>148.154</c:v>
                </c:pt>
                <c:pt idx="156">
                  <c:v>168.255</c:v>
                </c:pt>
                <c:pt idx="157">
                  <c:v>188.35599999999999</c:v>
                </c:pt>
                <c:pt idx="158">
                  <c:v>208.458</c:v>
                </c:pt>
                <c:pt idx="159">
                  <c:v>228.559</c:v>
                </c:pt>
                <c:pt idx="160">
                  <c:v>248.66</c:v>
                </c:pt>
                <c:pt idx="161">
                  <c:v>268.762</c:v>
                </c:pt>
                <c:pt idx="162">
                  <c:v>288.863</c:v>
                </c:pt>
                <c:pt idx="163">
                  <c:v>308.964</c:v>
                </c:pt>
                <c:pt idx="164">
                  <c:v>329.065</c:v>
                </c:pt>
                <c:pt idx="165">
                  <c:v>349.16699999999997</c:v>
                </c:pt>
                <c:pt idx="166">
                  <c:v>369.26799999999997</c:v>
                </c:pt>
                <c:pt idx="167">
                  <c:v>389.36900000000003</c:v>
                </c:pt>
                <c:pt idx="168">
                  <c:v>409.471</c:v>
                </c:pt>
              </c:numCache>
            </c:numRef>
          </c:xVal>
          <c:yVal>
            <c:numRef>
              <c:f>Sheet1!$C$2:$C$312</c:f>
              <c:numCache>
                <c:formatCode>General</c:formatCode>
                <c:ptCount val="311"/>
                <c:pt idx="148">
                  <c:v>0.91692099999999999</c:v>
                </c:pt>
                <c:pt idx="149">
                  <c:v>0.90970300000000004</c:v>
                </c:pt>
                <c:pt idx="150">
                  <c:v>0.90692300000000003</c:v>
                </c:pt>
                <c:pt idx="151">
                  <c:v>0.91056300000000001</c:v>
                </c:pt>
                <c:pt idx="152">
                  <c:v>0.91848200000000002</c:v>
                </c:pt>
                <c:pt idx="153">
                  <c:v>0.92355399999999999</c:v>
                </c:pt>
                <c:pt idx="154">
                  <c:v>0.927929</c:v>
                </c:pt>
                <c:pt idx="155">
                  <c:v>0.92998899999999995</c:v>
                </c:pt>
                <c:pt idx="156">
                  <c:v>0.93218100000000004</c:v>
                </c:pt>
                <c:pt idx="157">
                  <c:v>0.93326100000000001</c:v>
                </c:pt>
                <c:pt idx="158">
                  <c:v>0.93661700000000003</c:v>
                </c:pt>
                <c:pt idx="159">
                  <c:v>0.94060200000000005</c:v>
                </c:pt>
                <c:pt idx="160">
                  <c:v>0.940971</c:v>
                </c:pt>
                <c:pt idx="161">
                  <c:v>0.94146300000000005</c:v>
                </c:pt>
                <c:pt idx="162">
                  <c:v>0.94475500000000001</c:v>
                </c:pt>
                <c:pt idx="163">
                  <c:v>0.945712</c:v>
                </c:pt>
                <c:pt idx="164">
                  <c:v>0.946631</c:v>
                </c:pt>
                <c:pt idx="165">
                  <c:v>0.89800899999999995</c:v>
                </c:pt>
                <c:pt idx="166">
                  <c:v>0.94779800000000003</c:v>
                </c:pt>
                <c:pt idx="167">
                  <c:v>0.90049400000000002</c:v>
                </c:pt>
                <c:pt idx="168">
                  <c:v>0.94996899999999995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36-40DB-8E21-DDA4907D3B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x2.5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xVal>
            <c:numRef>
              <c:f>Sheet1!$A$2:$A$312</c:f>
              <c:numCache>
                <c:formatCode>General</c:formatCode>
                <c:ptCount val="311"/>
                <c:pt idx="0">
                  <c:v>6.2395500000000004</c:v>
                </c:pt>
                <c:pt idx="1">
                  <c:v>46.172699999999999</c:v>
                </c:pt>
                <c:pt idx="2">
                  <c:v>86.105800000000002</c:v>
                </c:pt>
                <c:pt idx="3">
                  <c:v>126.039</c:v>
                </c:pt>
                <c:pt idx="4">
                  <c:v>165.97200000000001</c:v>
                </c:pt>
                <c:pt idx="5">
                  <c:v>205.905</c:v>
                </c:pt>
                <c:pt idx="6">
                  <c:v>245.83799999999999</c:v>
                </c:pt>
                <c:pt idx="7">
                  <c:v>285.77100000000002</c:v>
                </c:pt>
                <c:pt idx="8">
                  <c:v>325.70499999999998</c:v>
                </c:pt>
                <c:pt idx="9">
                  <c:v>365.63799999999998</c:v>
                </c:pt>
                <c:pt idx="10">
                  <c:v>405.57100000000003</c:v>
                </c:pt>
                <c:pt idx="11">
                  <c:v>8.1681399999999993</c:v>
                </c:pt>
                <c:pt idx="12">
                  <c:v>17.2698</c:v>
                </c:pt>
                <c:pt idx="13">
                  <c:v>26.371400000000001</c:v>
                </c:pt>
                <c:pt idx="14">
                  <c:v>35.473100000000002</c:v>
                </c:pt>
                <c:pt idx="15">
                  <c:v>44.5747</c:v>
                </c:pt>
                <c:pt idx="16">
                  <c:v>53.676400000000001</c:v>
                </c:pt>
                <c:pt idx="17">
                  <c:v>62.777999999999999</c:v>
                </c:pt>
                <c:pt idx="18">
                  <c:v>71.879599999999996</c:v>
                </c:pt>
                <c:pt idx="19">
                  <c:v>80.981300000000005</c:v>
                </c:pt>
                <c:pt idx="20">
                  <c:v>90.082899999999995</c:v>
                </c:pt>
                <c:pt idx="21">
                  <c:v>99.184600000000003</c:v>
                </c:pt>
                <c:pt idx="22">
                  <c:v>108.286</c:v>
                </c:pt>
                <c:pt idx="23">
                  <c:v>117.38800000000001</c:v>
                </c:pt>
                <c:pt idx="24">
                  <c:v>126.489</c:v>
                </c:pt>
                <c:pt idx="25">
                  <c:v>135.59100000000001</c:v>
                </c:pt>
                <c:pt idx="26">
                  <c:v>144.69300000000001</c:v>
                </c:pt>
                <c:pt idx="27">
                  <c:v>153.79400000000001</c:v>
                </c:pt>
                <c:pt idx="28">
                  <c:v>162.89599999999999</c:v>
                </c:pt>
                <c:pt idx="29">
                  <c:v>171.99799999999999</c:v>
                </c:pt>
                <c:pt idx="30">
                  <c:v>181.09899999999999</c:v>
                </c:pt>
                <c:pt idx="31">
                  <c:v>190.20099999999999</c:v>
                </c:pt>
                <c:pt idx="32">
                  <c:v>199.303</c:v>
                </c:pt>
                <c:pt idx="33">
                  <c:v>208.404</c:v>
                </c:pt>
                <c:pt idx="34">
                  <c:v>217.506</c:v>
                </c:pt>
                <c:pt idx="35">
                  <c:v>226.608</c:v>
                </c:pt>
                <c:pt idx="36">
                  <c:v>235.709</c:v>
                </c:pt>
                <c:pt idx="37">
                  <c:v>244.81100000000001</c:v>
                </c:pt>
                <c:pt idx="38">
                  <c:v>253.91200000000001</c:v>
                </c:pt>
                <c:pt idx="39">
                  <c:v>263.01400000000001</c:v>
                </c:pt>
                <c:pt idx="40">
                  <c:v>272.11599999999999</c:v>
                </c:pt>
                <c:pt idx="41">
                  <c:v>281.21699999999998</c:v>
                </c:pt>
                <c:pt idx="42">
                  <c:v>290.31900000000002</c:v>
                </c:pt>
                <c:pt idx="43">
                  <c:v>299.42099999999999</c:v>
                </c:pt>
                <c:pt idx="44">
                  <c:v>308.52199999999999</c:v>
                </c:pt>
                <c:pt idx="45">
                  <c:v>317.62400000000002</c:v>
                </c:pt>
                <c:pt idx="46">
                  <c:v>326.726</c:v>
                </c:pt>
                <c:pt idx="47">
                  <c:v>7.7994399999999997</c:v>
                </c:pt>
                <c:pt idx="48">
                  <c:v>13.5562</c:v>
                </c:pt>
                <c:pt idx="49">
                  <c:v>19.312899999999999</c:v>
                </c:pt>
                <c:pt idx="50">
                  <c:v>25.069600000000001</c:v>
                </c:pt>
                <c:pt idx="51">
                  <c:v>30.8264</c:v>
                </c:pt>
                <c:pt idx="52">
                  <c:v>36.583100000000002</c:v>
                </c:pt>
                <c:pt idx="53">
                  <c:v>42.339799999999997</c:v>
                </c:pt>
                <c:pt idx="54">
                  <c:v>48.096499999999999</c:v>
                </c:pt>
                <c:pt idx="55">
                  <c:v>53.853299999999997</c:v>
                </c:pt>
                <c:pt idx="56">
                  <c:v>59.61</c:v>
                </c:pt>
                <c:pt idx="57">
                  <c:v>65.366699999999994</c:v>
                </c:pt>
                <c:pt idx="58">
                  <c:v>71.123500000000007</c:v>
                </c:pt>
                <c:pt idx="59">
                  <c:v>76.880200000000002</c:v>
                </c:pt>
                <c:pt idx="60">
                  <c:v>82.636899999999997</c:v>
                </c:pt>
                <c:pt idx="61">
                  <c:v>88.393699999999995</c:v>
                </c:pt>
                <c:pt idx="62">
                  <c:v>94.150400000000005</c:v>
                </c:pt>
                <c:pt idx="63">
                  <c:v>99.9071</c:v>
                </c:pt>
                <c:pt idx="64">
                  <c:v>105.664</c:v>
                </c:pt>
                <c:pt idx="65">
                  <c:v>111.42100000000001</c:v>
                </c:pt>
                <c:pt idx="66">
                  <c:v>117.17700000000001</c:v>
                </c:pt>
                <c:pt idx="67">
                  <c:v>122.934</c:v>
                </c:pt>
                <c:pt idx="68">
                  <c:v>128.691</c:v>
                </c:pt>
                <c:pt idx="69">
                  <c:v>134.447</c:v>
                </c:pt>
                <c:pt idx="70">
                  <c:v>140.20400000000001</c:v>
                </c:pt>
                <c:pt idx="71">
                  <c:v>145.96100000000001</c:v>
                </c:pt>
                <c:pt idx="72">
                  <c:v>151.71799999999999</c:v>
                </c:pt>
                <c:pt idx="73">
                  <c:v>157.47399999999999</c:v>
                </c:pt>
                <c:pt idx="74">
                  <c:v>163.23099999999999</c:v>
                </c:pt>
                <c:pt idx="75">
                  <c:v>168.988</c:v>
                </c:pt>
                <c:pt idx="76">
                  <c:v>174.745</c:v>
                </c:pt>
                <c:pt idx="77">
                  <c:v>180.501</c:v>
                </c:pt>
                <c:pt idx="78">
                  <c:v>186.25800000000001</c:v>
                </c:pt>
                <c:pt idx="79">
                  <c:v>192.01499999999999</c:v>
                </c:pt>
                <c:pt idx="80">
                  <c:v>197.77199999999999</c:v>
                </c:pt>
                <c:pt idx="81">
                  <c:v>203.52799999999999</c:v>
                </c:pt>
                <c:pt idx="82">
                  <c:v>209.285</c:v>
                </c:pt>
                <c:pt idx="83">
                  <c:v>215.042</c:v>
                </c:pt>
                <c:pt idx="84">
                  <c:v>220.798</c:v>
                </c:pt>
                <c:pt idx="85">
                  <c:v>226.55500000000001</c:v>
                </c:pt>
                <c:pt idx="86">
                  <c:v>232.31200000000001</c:v>
                </c:pt>
                <c:pt idx="87">
                  <c:v>238.06899999999999</c:v>
                </c:pt>
                <c:pt idx="88">
                  <c:v>243.82499999999999</c:v>
                </c:pt>
                <c:pt idx="89">
                  <c:v>249.58199999999999</c:v>
                </c:pt>
                <c:pt idx="90">
                  <c:v>8.5084800000000005</c:v>
                </c:pt>
                <c:pt idx="91">
                  <c:v>11.941700000000001</c:v>
                </c:pt>
                <c:pt idx="92">
                  <c:v>15.375</c:v>
                </c:pt>
                <c:pt idx="93">
                  <c:v>18.808199999999999</c:v>
                </c:pt>
                <c:pt idx="94">
                  <c:v>22.241499999999998</c:v>
                </c:pt>
                <c:pt idx="95">
                  <c:v>25.674700000000001</c:v>
                </c:pt>
                <c:pt idx="96">
                  <c:v>29.108000000000001</c:v>
                </c:pt>
                <c:pt idx="97">
                  <c:v>32.541200000000003</c:v>
                </c:pt>
                <c:pt idx="98">
                  <c:v>35.974499999999999</c:v>
                </c:pt>
                <c:pt idx="99">
                  <c:v>39.407699999999998</c:v>
                </c:pt>
                <c:pt idx="100">
                  <c:v>42.840899999999998</c:v>
                </c:pt>
                <c:pt idx="101">
                  <c:v>46.2742</c:v>
                </c:pt>
                <c:pt idx="102">
                  <c:v>49.7074</c:v>
                </c:pt>
                <c:pt idx="103">
                  <c:v>53.140700000000002</c:v>
                </c:pt>
                <c:pt idx="104">
                  <c:v>56.573900000000002</c:v>
                </c:pt>
                <c:pt idx="105">
                  <c:v>60.007199999999997</c:v>
                </c:pt>
                <c:pt idx="106">
                  <c:v>63.440399999999997</c:v>
                </c:pt>
                <c:pt idx="107">
                  <c:v>66.873699999999999</c:v>
                </c:pt>
                <c:pt idx="108">
                  <c:v>70.306899999999999</c:v>
                </c:pt>
                <c:pt idx="109">
                  <c:v>73.740200000000002</c:v>
                </c:pt>
                <c:pt idx="110">
                  <c:v>77.173400000000001</c:v>
                </c:pt>
                <c:pt idx="111">
                  <c:v>80.606700000000004</c:v>
                </c:pt>
                <c:pt idx="112">
                  <c:v>84.039900000000003</c:v>
                </c:pt>
                <c:pt idx="113">
                  <c:v>87.473100000000002</c:v>
                </c:pt>
                <c:pt idx="114">
                  <c:v>90.906400000000005</c:v>
                </c:pt>
                <c:pt idx="115">
                  <c:v>94.339600000000004</c:v>
                </c:pt>
                <c:pt idx="116">
                  <c:v>97.772900000000007</c:v>
                </c:pt>
                <c:pt idx="117">
                  <c:v>101.206</c:v>
                </c:pt>
                <c:pt idx="118">
                  <c:v>104.639</c:v>
                </c:pt>
                <c:pt idx="119">
                  <c:v>108.07299999999999</c:v>
                </c:pt>
                <c:pt idx="120">
                  <c:v>111.506</c:v>
                </c:pt>
                <c:pt idx="121">
                  <c:v>114.93899999999999</c:v>
                </c:pt>
                <c:pt idx="122">
                  <c:v>118.372</c:v>
                </c:pt>
                <c:pt idx="123">
                  <c:v>121.806</c:v>
                </c:pt>
                <c:pt idx="124">
                  <c:v>125.239</c:v>
                </c:pt>
                <c:pt idx="125">
                  <c:v>128.672</c:v>
                </c:pt>
                <c:pt idx="126">
                  <c:v>132.10499999999999</c:v>
                </c:pt>
                <c:pt idx="127">
                  <c:v>135.53899999999999</c:v>
                </c:pt>
                <c:pt idx="128">
                  <c:v>138.97200000000001</c:v>
                </c:pt>
                <c:pt idx="129">
                  <c:v>142.405</c:v>
                </c:pt>
                <c:pt idx="130">
                  <c:v>145.83799999999999</c:v>
                </c:pt>
                <c:pt idx="131">
                  <c:v>149.27199999999999</c:v>
                </c:pt>
                <c:pt idx="132">
                  <c:v>152.70500000000001</c:v>
                </c:pt>
                <c:pt idx="133">
                  <c:v>156.13800000000001</c:v>
                </c:pt>
                <c:pt idx="134">
                  <c:v>159.571</c:v>
                </c:pt>
                <c:pt idx="135">
                  <c:v>163.005</c:v>
                </c:pt>
                <c:pt idx="136">
                  <c:v>166.43799999999999</c:v>
                </c:pt>
                <c:pt idx="137">
                  <c:v>169.87100000000001</c:v>
                </c:pt>
                <c:pt idx="138">
                  <c:v>173.304</c:v>
                </c:pt>
                <c:pt idx="139">
                  <c:v>176.738</c:v>
                </c:pt>
                <c:pt idx="140">
                  <c:v>180.17099999999999</c:v>
                </c:pt>
                <c:pt idx="141">
                  <c:v>183.60400000000001</c:v>
                </c:pt>
                <c:pt idx="142">
                  <c:v>187.03700000000001</c:v>
                </c:pt>
                <c:pt idx="143">
                  <c:v>190.471</c:v>
                </c:pt>
                <c:pt idx="144">
                  <c:v>193.904</c:v>
                </c:pt>
                <c:pt idx="145">
                  <c:v>197.33699999999999</c:v>
                </c:pt>
                <c:pt idx="146">
                  <c:v>200.77</c:v>
                </c:pt>
                <c:pt idx="147">
                  <c:v>204.20400000000001</c:v>
                </c:pt>
                <c:pt idx="148">
                  <c:v>7.4449199999999998</c:v>
                </c:pt>
                <c:pt idx="149">
                  <c:v>27.546199999999999</c:v>
                </c:pt>
                <c:pt idx="150">
                  <c:v>47.647500000000001</c:v>
                </c:pt>
                <c:pt idx="151">
                  <c:v>67.748800000000003</c:v>
                </c:pt>
                <c:pt idx="152">
                  <c:v>87.850099999999998</c:v>
                </c:pt>
                <c:pt idx="153">
                  <c:v>107.95099999999999</c:v>
                </c:pt>
                <c:pt idx="154">
                  <c:v>128.053</c:v>
                </c:pt>
                <c:pt idx="155">
                  <c:v>148.154</c:v>
                </c:pt>
                <c:pt idx="156">
                  <c:v>168.255</c:v>
                </c:pt>
                <c:pt idx="157">
                  <c:v>188.35599999999999</c:v>
                </c:pt>
                <c:pt idx="158">
                  <c:v>208.458</c:v>
                </c:pt>
                <c:pt idx="159">
                  <c:v>228.559</c:v>
                </c:pt>
                <c:pt idx="160">
                  <c:v>248.66</c:v>
                </c:pt>
                <c:pt idx="161">
                  <c:v>268.762</c:v>
                </c:pt>
                <c:pt idx="162">
                  <c:v>288.863</c:v>
                </c:pt>
                <c:pt idx="163">
                  <c:v>308.964</c:v>
                </c:pt>
                <c:pt idx="164">
                  <c:v>329.065</c:v>
                </c:pt>
                <c:pt idx="165">
                  <c:v>349.16699999999997</c:v>
                </c:pt>
                <c:pt idx="166">
                  <c:v>369.26799999999997</c:v>
                </c:pt>
                <c:pt idx="167">
                  <c:v>389.36900000000003</c:v>
                </c:pt>
                <c:pt idx="168">
                  <c:v>409.471</c:v>
                </c:pt>
              </c:numCache>
            </c:numRef>
          </c:xVal>
          <c:yVal>
            <c:numRef>
              <c:f>Sheet1!$D$2:$D$312</c:f>
              <c:numCache>
                <c:formatCode>General</c:formatCode>
                <c:ptCount val="311"/>
                <c:pt idx="11">
                  <c:v>0.89137699999999997</c:v>
                </c:pt>
                <c:pt idx="12">
                  <c:v>0.86296799999999996</c:v>
                </c:pt>
                <c:pt idx="13">
                  <c:v>0.85870500000000005</c:v>
                </c:pt>
                <c:pt idx="14">
                  <c:v>0.88467300000000004</c:v>
                </c:pt>
                <c:pt idx="15">
                  <c:v>0.899204</c:v>
                </c:pt>
                <c:pt idx="16">
                  <c:v>0.91361800000000004</c:v>
                </c:pt>
                <c:pt idx="17">
                  <c:v>0.91693400000000003</c:v>
                </c:pt>
                <c:pt idx="18">
                  <c:v>0.91780399999999995</c:v>
                </c:pt>
                <c:pt idx="19">
                  <c:v>0.92282699999999995</c:v>
                </c:pt>
                <c:pt idx="20">
                  <c:v>0.92386999999999997</c:v>
                </c:pt>
                <c:pt idx="21">
                  <c:v>0.92554400000000003</c:v>
                </c:pt>
                <c:pt idx="22">
                  <c:v>0.92516100000000001</c:v>
                </c:pt>
                <c:pt idx="23">
                  <c:v>0.92998499999999995</c:v>
                </c:pt>
                <c:pt idx="24">
                  <c:v>0.92986899999999995</c:v>
                </c:pt>
                <c:pt idx="25">
                  <c:v>0.932226</c:v>
                </c:pt>
                <c:pt idx="26">
                  <c:v>0.93127800000000005</c:v>
                </c:pt>
                <c:pt idx="27">
                  <c:v>0.93197399999999997</c:v>
                </c:pt>
                <c:pt idx="28">
                  <c:v>0.93346799999999996</c:v>
                </c:pt>
                <c:pt idx="29">
                  <c:v>0.93324600000000002</c:v>
                </c:pt>
                <c:pt idx="30">
                  <c:v>0.93535400000000002</c:v>
                </c:pt>
                <c:pt idx="31">
                  <c:v>0.934751</c:v>
                </c:pt>
                <c:pt idx="32">
                  <c:v>0.93679400000000002</c:v>
                </c:pt>
                <c:pt idx="33">
                  <c:v>0.93636399999999997</c:v>
                </c:pt>
                <c:pt idx="34">
                  <c:v>0.93759199999999998</c:v>
                </c:pt>
                <c:pt idx="35">
                  <c:v>0.93918699999999999</c:v>
                </c:pt>
                <c:pt idx="36">
                  <c:v>0.93890899999999999</c:v>
                </c:pt>
                <c:pt idx="37">
                  <c:v>0.93969800000000003</c:v>
                </c:pt>
                <c:pt idx="38">
                  <c:v>0.94125099999999995</c:v>
                </c:pt>
                <c:pt idx="39">
                  <c:v>0.94352499999999995</c:v>
                </c:pt>
                <c:pt idx="40">
                  <c:v>0.94081700000000001</c:v>
                </c:pt>
                <c:pt idx="41">
                  <c:v>0.94373099999999999</c:v>
                </c:pt>
                <c:pt idx="42">
                  <c:v>0.94467100000000004</c:v>
                </c:pt>
                <c:pt idx="43">
                  <c:v>0.94410499999999997</c:v>
                </c:pt>
                <c:pt idx="44">
                  <c:v>0.87766200000000005</c:v>
                </c:pt>
                <c:pt idx="45">
                  <c:v>0.946048</c:v>
                </c:pt>
                <c:pt idx="46">
                  <c:v>0.94684299999999999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C36-40DB-8E21-DDA4907D3BE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x3.2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x"/>
            <c:size val="6"/>
            <c:spPr>
              <a:noFill/>
              <a:ln w="9525">
                <a:solidFill>
                  <a:schemeClr val="accent4"/>
                </a:solidFill>
                <a:round/>
              </a:ln>
              <a:effectLst/>
            </c:spPr>
          </c:marker>
          <c:xVal>
            <c:numRef>
              <c:f>Sheet1!$A$2:$A$312</c:f>
              <c:numCache>
                <c:formatCode>General</c:formatCode>
                <c:ptCount val="311"/>
                <c:pt idx="0">
                  <c:v>6.2395500000000004</c:v>
                </c:pt>
                <c:pt idx="1">
                  <c:v>46.172699999999999</c:v>
                </c:pt>
                <c:pt idx="2">
                  <c:v>86.105800000000002</c:v>
                </c:pt>
                <c:pt idx="3">
                  <c:v>126.039</c:v>
                </c:pt>
                <c:pt idx="4">
                  <c:v>165.97200000000001</c:v>
                </c:pt>
                <c:pt idx="5">
                  <c:v>205.905</c:v>
                </c:pt>
                <c:pt idx="6">
                  <c:v>245.83799999999999</c:v>
                </c:pt>
                <c:pt idx="7">
                  <c:v>285.77100000000002</c:v>
                </c:pt>
                <c:pt idx="8">
                  <c:v>325.70499999999998</c:v>
                </c:pt>
                <c:pt idx="9">
                  <c:v>365.63799999999998</c:v>
                </c:pt>
                <c:pt idx="10">
                  <c:v>405.57100000000003</c:v>
                </c:pt>
                <c:pt idx="11">
                  <c:v>8.1681399999999993</c:v>
                </c:pt>
                <c:pt idx="12">
                  <c:v>17.2698</c:v>
                </c:pt>
                <c:pt idx="13">
                  <c:v>26.371400000000001</c:v>
                </c:pt>
                <c:pt idx="14">
                  <c:v>35.473100000000002</c:v>
                </c:pt>
                <c:pt idx="15">
                  <c:v>44.5747</c:v>
                </c:pt>
                <c:pt idx="16">
                  <c:v>53.676400000000001</c:v>
                </c:pt>
                <c:pt idx="17">
                  <c:v>62.777999999999999</c:v>
                </c:pt>
                <c:pt idx="18">
                  <c:v>71.879599999999996</c:v>
                </c:pt>
                <c:pt idx="19">
                  <c:v>80.981300000000005</c:v>
                </c:pt>
                <c:pt idx="20">
                  <c:v>90.082899999999995</c:v>
                </c:pt>
                <c:pt idx="21">
                  <c:v>99.184600000000003</c:v>
                </c:pt>
                <c:pt idx="22">
                  <c:v>108.286</c:v>
                </c:pt>
                <c:pt idx="23">
                  <c:v>117.38800000000001</c:v>
                </c:pt>
                <c:pt idx="24">
                  <c:v>126.489</c:v>
                </c:pt>
                <c:pt idx="25">
                  <c:v>135.59100000000001</c:v>
                </c:pt>
                <c:pt idx="26">
                  <c:v>144.69300000000001</c:v>
                </c:pt>
                <c:pt idx="27">
                  <c:v>153.79400000000001</c:v>
                </c:pt>
                <c:pt idx="28">
                  <c:v>162.89599999999999</c:v>
                </c:pt>
                <c:pt idx="29">
                  <c:v>171.99799999999999</c:v>
                </c:pt>
                <c:pt idx="30">
                  <c:v>181.09899999999999</c:v>
                </c:pt>
                <c:pt idx="31">
                  <c:v>190.20099999999999</c:v>
                </c:pt>
                <c:pt idx="32">
                  <c:v>199.303</c:v>
                </c:pt>
                <c:pt idx="33">
                  <c:v>208.404</c:v>
                </c:pt>
                <c:pt idx="34">
                  <c:v>217.506</c:v>
                </c:pt>
                <c:pt idx="35">
                  <c:v>226.608</c:v>
                </c:pt>
                <c:pt idx="36">
                  <c:v>235.709</c:v>
                </c:pt>
                <c:pt idx="37">
                  <c:v>244.81100000000001</c:v>
                </c:pt>
                <c:pt idx="38">
                  <c:v>253.91200000000001</c:v>
                </c:pt>
                <c:pt idx="39">
                  <c:v>263.01400000000001</c:v>
                </c:pt>
                <c:pt idx="40">
                  <c:v>272.11599999999999</c:v>
                </c:pt>
                <c:pt idx="41">
                  <c:v>281.21699999999998</c:v>
                </c:pt>
                <c:pt idx="42">
                  <c:v>290.31900000000002</c:v>
                </c:pt>
                <c:pt idx="43">
                  <c:v>299.42099999999999</c:v>
                </c:pt>
                <c:pt idx="44">
                  <c:v>308.52199999999999</c:v>
                </c:pt>
                <c:pt idx="45">
                  <c:v>317.62400000000002</c:v>
                </c:pt>
                <c:pt idx="46">
                  <c:v>326.726</c:v>
                </c:pt>
                <c:pt idx="47">
                  <c:v>7.7994399999999997</c:v>
                </c:pt>
                <c:pt idx="48">
                  <c:v>13.5562</c:v>
                </c:pt>
                <c:pt idx="49">
                  <c:v>19.312899999999999</c:v>
                </c:pt>
                <c:pt idx="50">
                  <c:v>25.069600000000001</c:v>
                </c:pt>
                <c:pt idx="51">
                  <c:v>30.8264</c:v>
                </c:pt>
                <c:pt idx="52">
                  <c:v>36.583100000000002</c:v>
                </c:pt>
                <c:pt idx="53">
                  <c:v>42.339799999999997</c:v>
                </c:pt>
                <c:pt idx="54">
                  <c:v>48.096499999999999</c:v>
                </c:pt>
                <c:pt idx="55">
                  <c:v>53.853299999999997</c:v>
                </c:pt>
                <c:pt idx="56">
                  <c:v>59.61</c:v>
                </c:pt>
                <c:pt idx="57">
                  <c:v>65.366699999999994</c:v>
                </c:pt>
                <c:pt idx="58">
                  <c:v>71.123500000000007</c:v>
                </c:pt>
                <c:pt idx="59">
                  <c:v>76.880200000000002</c:v>
                </c:pt>
                <c:pt idx="60">
                  <c:v>82.636899999999997</c:v>
                </c:pt>
                <c:pt idx="61">
                  <c:v>88.393699999999995</c:v>
                </c:pt>
                <c:pt idx="62">
                  <c:v>94.150400000000005</c:v>
                </c:pt>
                <c:pt idx="63">
                  <c:v>99.9071</c:v>
                </c:pt>
                <c:pt idx="64">
                  <c:v>105.664</c:v>
                </c:pt>
                <c:pt idx="65">
                  <c:v>111.42100000000001</c:v>
                </c:pt>
                <c:pt idx="66">
                  <c:v>117.17700000000001</c:v>
                </c:pt>
                <c:pt idx="67">
                  <c:v>122.934</c:v>
                </c:pt>
                <c:pt idx="68">
                  <c:v>128.691</c:v>
                </c:pt>
                <c:pt idx="69">
                  <c:v>134.447</c:v>
                </c:pt>
                <c:pt idx="70">
                  <c:v>140.20400000000001</c:v>
                </c:pt>
                <c:pt idx="71">
                  <c:v>145.96100000000001</c:v>
                </c:pt>
                <c:pt idx="72">
                  <c:v>151.71799999999999</c:v>
                </c:pt>
                <c:pt idx="73">
                  <c:v>157.47399999999999</c:v>
                </c:pt>
                <c:pt idx="74">
                  <c:v>163.23099999999999</c:v>
                </c:pt>
                <c:pt idx="75">
                  <c:v>168.988</c:v>
                </c:pt>
                <c:pt idx="76">
                  <c:v>174.745</c:v>
                </c:pt>
                <c:pt idx="77">
                  <c:v>180.501</c:v>
                </c:pt>
                <c:pt idx="78">
                  <c:v>186.25800000000001</c:v>
                </c:pt>
                <c:pt idx="79">
                  <c:v>192.01499999999999</c:v>
                </c:pt>
                <c:pt idx="80">
                  <c:v>197.77199999999999</c:v>
                </c:pt>
                <c:pt idx="81">
                  <c:v>203.52799999999999</c:v>
                </c:pt>
                <c:pt idx="82">
                  <c:v>209.285</c:v>
                </c:pt>
                <c:pt idx="83">
                  <c:v>215.042</c:v>
                </c:pt>
                <c:pt idx="84">
                  <c:v>220.798</c:v>
                </c:pt>
                <c:pt idx="85">
                  <c:v>226.55500000000001</c:v>
                </c:pt>
                <c:pt idx="86">
                  <c:v>232.31200000000001</c:v>
                </c:pt>
                <c:pt idx="87">
                  <c:v>238.06899999999999</c:v>
                </c:pt>
                <c:pt idx="88">
                  <c:v>243.82499999999999</c:v>
                </c:pt>
                <c:pt idx="89">
                  <c:v>249.58199999999999</c:v>
                </c:pt>
                <c:pt idx="90">
                  <c:v>8.5084800000000005</c:v>
                </c:pt>
                <c:pt idx="91">
                  <c:v>11.941700000000001</c:v>
                </c:pt>
                <c:pt idx="92">
                  <c:v>15.375</c:v>
                </c:pt>
                <c:pt idx="93">
                  <c:v>18.808199999999999</c:v>
                </c:pt>
                <c:pt idx="94">
                  <c:v>22.241499999999998</c:v>
                </c:pt>
                <c:pt idx="95">
                  <c:v>25.674700000000001</c:v>
                </c:pt>
                <c:pt idx="96">
                  <c:v>29.108000000000001</c:v>
                </c:pt>
                <c:pt idx="97">
                  <c:v>32.541200000000003</c:v>
                </c:pt>
                <c:pt idx="98">
                  <c:v>35.974499999999999</c:v>
                </c:pt>
                <c:pt idx="99">
                  <c:v>39.407699999999998</c:v>
                </c:pt>
                <c:pt idx="100">
                  <c:v>42.840899999999998</c:v>
                </c:pt>
                <c:pt idx="101">
                  <c:v>46.2742</c:v>
                </c:pt>
                <c:pt idx="102">
                  <c:v>49.7074</c:v>
                </c:pt>
                <c:pt idx="103">
                  <c:v>53.140700000000002</c:v>
                </c:pt>
                <c:pt idx="104">
                  <c:v>56.573900000000002</c:v>
                </c:pt>
                <c:pt idx="105">
                  <c:v>60.007199999999997</c:v>
                </c:pt>
                <c:pt idx="106">
                  <c:v>63.440399999999997</c:v>
                </c:pt>
                <c:pt idx="107">
                  <c:v>66.873699999999999</c:v>
                </c:pt>
                <c:pt idx="108">
                  <c:v>70.306899999999999</c:v>
                </c:pt>
                <c:pt idx="109">
                  <c:v>73.740200000000002</c:v>
                </c:pt>
                <c:pt idx="110">
                  <c:v>77.173400000000001</c:v>
                </c:pt>
                <c:pt idx="111">
                  <c:v>80.606700000000004</c:v>
                </c:pt>
                <c:pt idx="112">
                  <c:v>84.039900000000003</c:v>
                </c:pt>
                <c:pt idx="113">
                  <c:v>87.473100000000002</c:v>
                </c:pt>
                <c:pt idx="114">
                  <c:v>90.906400000000005</c:v>
                </c:pt>
                <c:pt idx="115">
                  <c:v>94.339600000000004</c:v>
                </c:pt>
                <c:pt idx="116">
                  <c:v>97.772900000000007</c:v>
                </c:pt>
                <c:pt idx="117">
                  <c:v>101.206</c:v>
                </c:pt>
                <c:pt idx="118">
                  <c:v>104.639</c:v>
                </c:pt>
                <c:pt idx="119">
                  <c:v>108.07299999999999</c:v>
                </c:pt>
                <c:pt idx="120">
                  <c:v>111.506</c:v>
                </c:pt>
                <c:pt idx="121">
                  <c:v>114.93899999999999</c:v>
                </c:pt>
                <c:pt idx="122">
                  <c:v>118.372</c:v>
                </c:pt>
                <c:pt idx="123">
                  <c:v>121.806</c:v>
                </c:pt>
                <c:pt idx="124">
                  <c:v>125.239</c:v>
                </c:pt>
                <c:pt idx="125">
                  <c:v>128.672</c:v>
                </c:pt>
                <c:pt idx="126">
                  <c:v>132.10499999999999</c:v>
                </c:pt>
                <c:pt idx="127">
                  <c:v>135.53899999999999</c:v>
                </c:pt>
                <c:pt idx="128">
                  <c:v>138.97200000000001</c:v>
                </c:pt>
                <c:pt idx="129">
                  <c:v>142.405</c:v>
                </c:pt>
                <c:pt idx="130">
                  <c:v>145.83799999999999</c:v>
                </c:pt>
                <c:pt idx="131">
                  <c:v>149.27199999999999</c:v>
                </c:pt>
                <c:pt idx="132">
                  <c:v>152.70500000000001</c:v>
                </c:pt>
                <c:pt idx="133">
                  <c:v>156.13800000000001</c:v>
                </c:pt>
                <c:pt idx="134">
                  <c:v>159.571</c:v>
                </c:pt>
                <c:pt idx="135">
                  <c:v>163.005</c:v>
                </c:pt>
                <c:pt idx="136">
                  <c:v>166.43799999999999</c:v>
                </c:pt>
                <c:pt idx="137">
                  <c:v>169.87100000000001</c:v>
                </c:pt>
                <c:pt idx="138">
                  <c:v>173.304</c:v>
                </c:pt>
                <c:pt idx="139">
                  <c:v>176.738</c:v>
                </c:pt>
                <c:pt idx="140">
                  <c:v>180.17099999999999</c:v>
                </c:pt>
                <c:pt idx="141">
                  <c:v>183.60400000000001</c:v>
                </c:pt>
                <c:pt idx="142">
                  <c:v>187.03700000000001</c:v>
                </c:pt>
                <c:pt idx="143">
                  <c:v>190.471</c:v>
                </c:pt>
                <c:pt idx="144">
                  <c:v>193.904</c:v>
                </c:pt>
                <c:pt idx="145">
                  <c:v>197.33699999999999</c:v>
                </c:pt>
                <c:pt idx="146">
                  <c:v>200.77</c:v>
                </c:pt>
                <c:pt idx="147">
                  <c:v>204.20400000000001</c:v>
                </c:pt>
                <c:pt idx="148">
                  <c:v>7.4449199999999998</c:v>
                </c:pt>
                <c:pt idx="149">
                  <c:v>27.546199999999999</c:v>
                </c:pt>
                <c:pt idx="150">
                  <c:v>47.647500000000001</c:v>
                </c:pt>
                <c:pt idx="151">
                  <c:v>67.748800000000003</c:v>
                </c:pt>
                <c:pt idx="152">
                  <c:v>87.850099999999998</c:v>
                </c:pt>
                <c:pt idx="153">
                  <c:v>107.95099999999999</c:v>
                </c:pt>
                <c:pt idx="154">
                  <c:v>128.053</c:v>
                </c:pt>
                <c:pt idx="155">
                  <c:v>148.154</c:v>
                </c:pt>
                <c:pt idx="156">
                  <c:v>168.255</c:v>
                </c:pt>
                <c:pt idx="157">
                  <c:v>188.35599999999999</c:v>
                </c:pt>
                <c:pt idx="158">
                  <c:v>208.458</c:v>
                </c:pt>
                <c:pt idx="159">
                  <c:v>228.559</c:v>
                </c:pt>
                <c:pt idx="160">
                  <c:v>248.66</c:v>
                </c:pt>
                <c:pt idx="161">
                  <c:v>268.762</c:v>
                </c:pt>
                <c:pt idx="162">
                  <c:v>288.863</c:v>
                </c:pt>
                <c:pt idx="163">
                  <c:v>308.964</c:v>
                </c:pt>
                <c:pt idx="164">
                  <c:v>329.065</c:v>
                </c:pt>
                <c:pt idx="165">
                  <c:v>349.16699999999997</c:v>
                </c:pt>
                <c:pt idx="166">
                  <c:v>369.26799999999997</c:v>
                </c:pt>
                <c:pt idx="167">
                  <c:v>389.36900000000003</c:v>
                </c:pt>
                <c:pt idx="168">
                  <c:v>409.471</c:v>
                </c:pt>
              </c:numCache>
            </c:numRef>
          </c:xVal>
          <c:yVal>
            <c:numRef>
              <c:f>Sheet1!$E$2:$E$312</c:f>
              <c:numCache>
                <c:formatCode>General</c:formatCode>
                <c:ptCount val="311"/>
                <c:pt idx="47">
                  <c:v>6.6563799999999999E-3</c:v>
                </c:pt>
                <c:pt idx="48">
                  <c:v>0.40596100000000002</c:v>
                </c:pt>
                <c:pt idx="49">
                  <c:v>0.63992000000000004</c:v>
                </c:pt>
                <c:pt idx="50">
                  <c:v>0.74940099999999998</c:v>
                </c:pt>
                <c:pt idx="51">
                  <c:v>0.79998899999999995</c:v>
                </c:pt>
                <c:pt idx="52">
                  <c:v>0.82345900000000005</c:v>
                </c:pt>
                <c:pt idx="53">
                  <c:v>0.84511800000000004</c:v>
                </c:pt>
                <c:pt idx="54">
                  <c:v>0.86285400000000001</c:v>
                </c:pt>
                <c:pt idx="55">
                  <c:v>0.87226499999999996</c:v>
                </c:pt>
                <c:pt idx="56">
                  <c:v>0.88131300000000001</c:v>
                </c:pt>
                <c:pt idx="57">
                  <c:v>0.88762799999999997</c:v>
                </c:pt>
                <c:pt idx="58">
                  <c:v>0.89729999999999999</c:v>
                </c:pt>
                <c:pt idx="59">
                  <c:v>0.90087399999999995</c:v>
                </c:pt>
                <c:pt idx="60">
                  <c:v>0.90278199999999997</c:v>
                </c:pt>
                <c:pt idx="61">
                  <c:v>0.90593999999999997</c:v>
                </c:pt>
                <c:pt idx="62">
                  <c:v>0.90946300000000002</c:v>
                </c:pt>
                <c:pt idx="63">
                  <c:v>0.91408199999999995</c:v>
                </c:pt>
                <c:pt idx="64">
                  <c:v>0.91800800000000005</c:v>
                </c:pt>
                <c:pt idx="65">
                  <c:v>0.91839300000000001</c:v>
                </c:pt>
                <c:pt idx="66">
                  <c:v>0.91874599999999995</c:v>
                </c:pt>
                <c:pt idx="67">
                  <c:v>0.92015899999999995</c:v>
                </c:pt>
                <c:pt idx="68">
                  <c:v>0.919848</c:v>
                </c:pt>
                <c:pt idx="69">
                  <c:v>0.92255699999999996</c:v>
                </c:pt>
                <c:pt idx="70">
                  <c:v>0.92386100000000004</c:v>
                </c:pt>
                <c:pt idx="71">
                  <c:v>0.92384200000000005</c:v>
                </c:pt>
                <c:pt idx="72">
                  <c:v>0.92647400000000002</c:v>
                </c:pt>
                <c:pt idx="73">
                  <c:v>0.92735800000000002</c:v>
                </c:pt>
                <c:pt idx="74">
                  <c:v>0.92791400000000002</c:v>
                </c:pt>
                <c:pt idx="75">
                  <c:v>0.92915599999999998</c:v>
                </c:pt>
                <c:pt idx="76">
                  <c:v>0.93065299999999995</c:v>
                </c:pt>
                <c:pt idx="77">
                  <c:v>0.93170500000000001</c:v>
                </c:pt>
                <c:pt idx="78">
                  <c:v>0.93306</c:v>
                </c:pt>
                <c:pt idx="79">
                  <c:v>0.93285099999999999</c:v>
                </c:pt>
                <c:pt idx="80">
                  <c:v>0.93280300000000005</c:v>
                </c:pt>
                <c:pt idx="81">
                  <c:v>0.93433999999999995</c:v>
                </c:pt>
                <c:pt idx="82">
                  <c:v>0.93520300000000001</c:v>
                </c:pt>
                <c:pt idx="83">
                  <c:v>0.93667599999999995</c:v>
                </c:pt>
                <c:pt idx="84">
                  <c:v>0.93686400000000003</c:v>
                </c:pt>
                <c:pt idx="85">
                  <c:v>0.93812700000000004</c:v>
                </c:pt>
                <c:pt idx="86">
                  <c:v>0.93970299999999995</c:v>
                </c:pt>
                <c:pt idx="87">
                  <c:v>0.93991100000000005</c:v>
                </c:pt>
                <c:pt idx="88">
                  <c:v>0.94052999999999998</c:v>
                </c:pt>
                <c:pt idx="89">
                  <c:v>0.94176800000000005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36-40DB-8E21-DDA4907D3BE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x4.0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</c:spPr>
          <c:marker>
            <c:symbol val="star"/>
            <c:size val="6"/>
            <c:spPr>
              <a:noFill/>
              <a:ln w="9525">
                <a:solidFill>
                  <a:schemeClr val="accent5"/>
                </a:solidFill>
                <a:round/>
              </a:ln>
              <a:effectLst/>
            </c:spPr>
          </c:marker>
          <c:xVal>
            <c:numRef>
              <c:f>Sheet1!$A$2:$A$312</c:f>
              <c:numCache>
                <c:formatCode>General</c:formatCode>
                <c:ptCount val="311"/>
                <c:pt idx="0">
                  <c:v>6.2395500000000004</c:v>
                </c:pt>
                <c:pt idx="1">
                  <c:v>46.172699999999999</c:v>
                </c:pt>
                <c:pt idx="2">
                  <c:v>86.105800000000002</c:v>
                </c:pt>
                <c:pt idx="3">
                  <c:v>126.039</c:v>
                </c:pt>
                <c:pt idx="4">
                  <c:v>165.97200000000001</c:v>
                </c:pt>
                <c:pt idx="5">
                  <c:v>205.905</c:v>
                </c:pt>
                <c:pt idx="6">
                  <c:v>245.83799999999999</c:v>
                </c:pt>
                <c:pt idx="7">
                  <c:v>285.77100000000002</c:v>
                </c:pt>
                <c:pt idx="8">
                  <c:v>325.70499999999998</c:v>
                </c:pt>
                <c:pt idx="9">
                  <c:v>365.63799999999998</c:v>
                </c:pt>
                <c:pt idx="10">
                  <c:v>405.57100000000003</c:v>
                </c:pt>
                <c:pt idx="11">
                  <c:v>8.1681399999999993</c:v>
                </c:pt>
                <c:pt idx="12">
                  <c:v>17.2698</c:v>
                </c:pt>
                <c:pt idx="13">
                  <c:v>26.371400000000001</c:v>
                </c:pt>
                <c:pt idx="14">
                  <c:v>35.473100000000002</c:v>
                </c:pt>
                <c:pt idx="15">
                  <c:v>44.5747</c:v>
                </c:pt>
                <c:pt idx="16">
                  <c:v>53.676400000000001</c:v>
                </c:pt>
                <c:pt idx="17">
                  <c:v>62.777999999999999</c:v>
                </c:pt>
                <c:pt idx="18">
                  <c:v>71.879599999999996</c:v>
                </c:pt>
                <c:pt idx="19">
                  <c:v>80.981300000000005</c:v>
                </c:pt>
                <c:pt idx="20">
                  <c:v>90.082899999999995</c:v>
                </c:pt>
                <c:pt idx="21">
                  <c:v>99.184600000000003</c:v>
                </c:pt>
                <c:pt idx="22">
                  <c:v>108.286</c:v>
                </c:pt>
                <c:pt idx="23">
                  <c:v>117.38800000000001</c:v>
                </c:pt>
                <c:pt idx="24">
                  <c:v>126.489</c:v>
                </c:pt>
                <c:pt idx="25">
                  <c:v>135.59100000000001</c:v>
                </c:pt>
                <c:pt idx="26">
                  <c:v>144.69300000000001</c:v>
                </c:pt>
                <c:pt idx="27">
                  <c:v>153.79400000000001</c:v>
                </c:pt>
                <c:pt idx="28">
                  <c:v>162.89599999999999</c:v>
                </c:pt>
                <c:pt idx="29">
                  <c:v>171.99799999999999</c:v>
                </c:pt>
                <c:pt idx="30">
                  <c:v>181.09899999999999</c:v>
                </c:pt>
                <c:pt idx="31">
                  <c:v>190.20099999999999</c:v>
                </c:pt>
                <c:pt idx="32">
                  <c:v>199.303</c:v>
                </c:pt>
                <c:pt idx="33">
                  <c:v>208.404</c:v>
                </c:pt>
                <c:pt idx="34">
                  <c:v>217.506</c:v>
                </c:pt>
                <c:pt idx="35">
                  <c:v>226.608</c:v>
                </c:pt>
                <c:pt idx="36">
                  <c:v>235.709</c:v>
                </c:pt>
                <c:pt idx="37">
                  <c:v>244.81100000000001</c:v>
                </c:pt>
                <c:pt idx="38">
                  <c:v>253.91200000000001</c:v>
                </c:pt>
                <c:pt idx="39">
                  <c:v>263.01400000000001</c:v>
                </c:pt>
                <c:pt idx="40">
                  <c:v>272.11599999999999</c:v>
                </c:pt>
                <c:pt idx="41">
                  <c:v>281.21699999999998</c:v>
                </c:pt>
                <c:pt idx="42">
                  <c:v>290.31900000000002</c:v>
                </c:pt>
                <c:pt idx="43">
                  <c:v>299.42099999999999</c:v>
                </c:pt>
                <c:pt idx="44">
                  <c:v>308.52199999999999</c:v>
                </c:pt>
                <c:pt idx="45">
                  <c:v>317.62400000000002</c:v>
                </c:pt>
                <c:pt idx="46">
                  <c:v>326.726</c:v>
                </c:pt>
                <c:pt idx="47">
                  <c:v>7.7994399999999997</c:v>
                </c:pt>
                <c:pt idx="48">
                  <c:v>13.5562</c:v>
                </c:pt>
                <c:pt idx="49">
                  <c:v>19.312899999999999</c:v>
                </c:pt>
                <c:pt idx="50">
                  <c:v>25.069600000000001</c:v>
                </c:pt>
                <c:pt idx="51">
                  <c:v>30.8264</c:v>
                </c:pt>
                <c:pt idx="52">
                  <c:v>36.583100000000002</c:v>
                </c:pt>
                <c:pt idx="53">
                  <c:v>42.339799999999997</c:v>
                </c:pt>
                <c:pt idx="54">
                  <c:v>48.096499999999999</c:v>
                </c:pt>
                <c:pt idx="55">
                  <c:v>53.853299999999997</c:v>
                </c:pt>
                <c:pt idx="56">
                  <c:v>59.61</c:v>
                </c:pt>
                <c:pt idx="57">
                  <c:v>65.366699999999994</c:v>
                </c:pt>
                <c:pt idx="58">
                  <c:v>71.123500000000007</c:v>
                </c:pt>
                <c:pt idx="59">
                  <c:v>76.880200000000002</c:v>
                </c:pt>
                <c:pt idx="60">
                  <c:v>82.636899999999997</c:v>
                </c:pt>
                <c:pt idx="61">
                  <c:v>88.393699999999995</c:v>
                </c:pt>
                <c:pt idx="62">
                  <c:v>94.150400000000005</c:v>
                </c:pt>
                <c:pt idx="63">
                  <c:v>99.9071</c:v>
                </c:pt>
                <c:pt idx="64">
                  <c:v>105.664</c:v>
                </c:pt>
                <c:pt idx="65">
                  <c:v>111.42100000000001</c:v>
                </c:pt>
                <c:pt idx="66">
                  <c:v>117.17700000000001</c:v>
                </c:pt>
                <c:pt idx="67">
                  <c:v>122.934</c:v>
                </c:pt>
                <c:pt idx="68">
                  <c:v>128.691</c:v>
                </c:pt>
                <c:pt idx="69">
                  <c:v>134.447</c:v>
                </c:pt>
                <c:pt idx="70">
                  <c:v>140.20400000000001</c:v>
                </c:pt>
                <c:pt idx="71">
                  <c:v>145.96100000000001</c:v>
                </c:pt>
                <c:pt idx="72">
                  <c:v>151.71799999999999</c:v>
                </c:pt>
                <c:pt idx="73">
                  <c:v>157.47399999999999</c:v>
                </c:pt>
                <c:pt idx="74">
                  <c:v>163.23099999999999</c:v>
                </c:pt>
                <c:pt idx="75">
                  <c:v>168.988</c:v>
                </c:pt>
                <c:pt idx="76">
                  <c:v>174.745</c:v>
                </c:pt>
                <c:pt idx="77">
                  <c:v>180.501</c:v>
                </c:pt>
                <c:pt idx="78">
                  <c:v>186.25800000000001</c:v>
                </c:pt>
                <c:pt idx="79">
                  <c:v>192.01499999999999</c:v>
                </c:pt>
                <c:pt idx="80">
                  <c:v>197.77199999999999</c:v>
                </c:pt>
                <c:pt idx="81">
                  <c:v>203.52799999999999</c:v>
                </c:pt>
                <c:pt idx="82">
                  <c:v>209.285</c:v>
                </c:pt>
                <c:pt idx="83">
                  <c:v>215.042</c:v>
                </c:pt>
                <c:pt idx="84">
                  <c:v>220.798</c:v>
                </c:pt>
                <c:pt idx="85">
                  <c:v>226.55500000000001</c:v>
                </c:pt>
                <c:pt idx="86">
                  <c:v>232.31200000000001</c:v>
                </c:pt>
                <c:pt idx="87">
                  <c:v>238.06899999999999</c:v>
                </c:pt>
                <c:pt idx="88">
                  <c:v>243.82499999999999</c:v>
                </c:pt>
                <c:pt idx="89">
                  <c:v>249.58199999999999</c:v>
                </c:pt>
                <c:pt idx="90">
                  <c:v>8.5084800000000005</c:v>
                </c:pt>
                <c:pt idx="91">
                  <c:v>11.941700000000001</c:v>
                </c:pt>
                <c:pt idx="92">
                  <c:v>15.375</c:v>
                </c:pt>
                <c:pt idx="93">
                  <c:v>18.808199999999999</c:v>
                </c:pt>
                <c:pt idx="94">
                  <c:v>22.241499999999998</c:v>
                </c:pt>
                <c:pt idx="95">
                  <c:v>25.674700000000001</c:v>
                </c:pt>
                <c:pt idx="96">
                  <c:v>29.108000000000001</c:v>
                </c:pt>
                <c:pt idx="97">
                  <c:v>32.541200000000003</c:v>
                </c:pt>
                <c:pt idx="98">
                  <c:v>35.974499999999999</c:v>
                </c:pt>
                <c:pt idx="99">
                  <c:v>39.407699999999998</c:v>
                </c:pt>
                <c:pt idx="100">
                  <c:v>42.840899999999998</c:v>
                </c:pt>
                <c:pt idx="101">
                  <c:v>46.2742</c:v>
                </c:pt>
                <c:pt idx="102">
                  <c:v>49.7074</c:v>
                </c:pt>
                <c:pt idx="103">
                  <c:v>53.140700000000002</c:v>
                </c:pt>
                <c:pt idx="104">
                  <c:v>56.573900000000002</c:v>
                </c:pt>
                <c:pt idx="105">
                  <c:v>60.007199999999997</c:v>
                </c:pt>
                <c:pt idx="106">
                  <c:v>63.440399999999997</c:v>
                </c:pt>
                <c:pt idx="107">
                  <c:v>66.873699999999999</c:v>
                </c:pt>
                <c:pt idx="108">
                  <c:v>70.306899999999999</c:v>
                </c:pt>
                <c:pt idx="109">
                  <c:v>73.740200000000002</c:v>
                </c:pt>
                <c:pt idx="110">
                  <c:v>77.173400000000001</c:v>
                </c:pt>
                <c:pt idx="111">
                  <c:v>80.606700000000004</c:v>
                </c:pt>
                <c:pt idx="112">
                  <c:v>84.039900000000003</c:v>
                </c:pt>
                <c:pt idx="113">
                  <c:v>87.473100000000002</c:v>
                </c:pt>
                <c:pt idx="114">
                  <c:v>90.906400000000005</c:v>
                </c:pt>
                <c:pt idx="115">
                  <c:v>94.339600000000004</c:v>
                </c:pt>
                <c:pt idx="116">
                  <c:v>97.772900000000007</c:v>
                </c:pt>
                <c:pt idx="117">
                  <c:v>101.206</c:v>
                </c:pt>
                <c:pt idx="118">
                  <c:v>104.639</c:v>
                </c:pt>
                <c:pt idx="119">
                  <c:v>108.07299999999999</c:v>
                </c:pt>
                <c:pt idx="120">
                  <c:v>111.506</c:v>
                </c:pt>
                <c:pt idx="121">
                  <c:v>114.93899999999999</c:v>
                </c:pt>
                <c:pt idx="122">
                  <c:v>118.372</c:v>
                </c:pt>
                <c:pt idx="123">
                  <c:v>121.806</c:v>
                </c:pt>
                <c:pt idx="124">
                  <c:v>125.239</c:v>
                </c:pt>
                <c:pt idx="125">
                  <c:v>128.672</c:v>
                </c:pt>
                <c:pt idx="126">
                  <c:v>132.10499999999999</c:v>
                </c:pt>
                <c:pt idx="127">
                  <c:v>135.53899999999999</c:v>
                </c:pt>
                <c:pt idx="128">
                  <c:v>138.97200000000001</c:v>
                </c:pt>
                <c:pt idx="129">
                  <c:v>142.405</c:v>
                </c:pt>
                <c:pt idx="130">
                  <c:v>145.83799999999999</c:v>
                </c:pt>
                <c:pt idx="131">
                  <c:v>149.27199999999999</c:v>
                </c:pt>
                <c:pt idx="132">
                  <c:v>152.70500000000001</c:v>
                </c:pt>
                <c:pt idx="133">
                  <c:v>156.13800000000001</c:v>
                </c:pt>
                <c:pt idx="134">
                  <c:v>159.571</c:v>
                </c:pt>
                <c:pt idx="135">
                  <c:v>163.005</c:v>
                </c:pt>
                <c:pt idx="136">
                  <c:v>166.43799999999999</c:v>
                </c:pt>
                <c:pt idx="137">
                  <c:v>169.87100000000001</c:v>
                </c:pt>
                <c:pt idx="138">
                  <c:v>173.304</c:v>
                </c:pt>
                <c:pt idx="139">
                  <c:v>176.738</c:v>
                </c:pt>
                <c:pt idx="140">
                  <c:v>180.17099999999999</c:v>
                </c:pt>
                <c:pt idx="141">
                  <c:v>183.60400000000001</c:v>
                </c:pt>
                <c:pt idx="142">
                  <c:v>187.03700000000001</c:v>
                </c:pt>
                <c:pt idx="143">
                  <c:v>190.471</c:v>
                </c:pt>
                <c:pt idx="144">
                  <c:v>193.904</c:v>
                </c:pt>
                <c:pt idx="145">
                  <c:v>197.33699999999999</c:v>
                </c:pt>
                <c:pt idx="146">
                  <c:v>200.77</c:v>
                </c:pt>
                <c:pt idx="147">
                  <c:v>204.20400000000001</c:v>
                </c:pt>
                <c:pt idx="148">
                  <c:v>7.4449199999999998</c:v>
                </c:pt>
                <c:pt idx="149">
                  <c:v>27.546199999999999</c:v>
                </c:pt>
                <c:pt idx="150">
                  <c:v>47.647500000000001</c:v>
                </c:pt>
                <c:pt idx="151">
                  <c:v>67.748800000000003</c:v>
                </c:pt>
                <c:pt idx="152">
                  <c:v>87.850099999999998</c:v>
                </c:pt>
                <c:pt idx="153">
                  <c:v>107.95099999999999</c:v>
                </c:pt>
                <c:pt idx="154">
                  <c:v>128.053</c:v>
                </c:pt>
                <c:pt idx="155">
                  <c:v>148.154</c:v>
                </c:pt>
                <c:pt idx="156">
                  <c:v>168.255</c:v>
                </c:pt>
                <c:pt idx="157">
                  <c:v>188.35599999999999</c:v>
                </c:pt>
                <c:pt idx="158">
                  <c:v>208.458</c:v>
                </c:pt>
                <c:pt idx="159">
                  <c:v>228.559</c:v>
                </c:pt>
                <c:pt idx="160">
                  <c:v>248.66</c:v>
                </c:pt>
                <c:pt idx="161">
                  <c:v>268.762</c:v>
                </c:pt>
                <c:pt idx="162">
                  <c:v>288.863</c:v>
                </c:pt>
                <c:pt idx="163">
                  <c:v>308.964</c:v>
                </c:pt>
                <c:pt idx="164">
                  <c:v>329.065</c:v>
                </c:pt>
                <c:pt idx="165">
                  <c:v>349.16699999999997</c:v>
                </c:pt>
                <c:pt idx="166">
                  <c:v>369.26799999999997</c:v>
                </c:pt>
                <c:pt idx="167">
                  <c:v>389.36900000000003</c:v>
                </c:pt>
                <c:pt idx="168">
                  <c:v>409.471</c:v>
                </c:pt>
              </c:numCache>
            </c:numRef>
          </c:xVal>
          <c:yVal>
            <c:numRef>
              <c:f>Sheet1!$F$2:$F$312</c:f>
              <c:numCache>
                <c:formatCode>General</c:formatCode>
                <c:ptCount val="311"/>
                <c:pt idx="90">
                  <c:v>1.47601E-2</c:v>
                </c:pt>
                <c:pt idx="91">
                  <c:v>0.49348599999999998</c:v>
                </c:pt>
                <c:pt idx="92">
                  <c:v>0.58034300000000005</c:v>
                </c:pt>
                <c:pt idx="93">
                  <c:v>0.62982199999999999</c:v>
                </c:pt>
                <c:pt idx="94">
                  <c:v>0.66590000000000005</c:v>
                </c:pt>
                <c:pt idx="95">
                  <c:v>0.68688300000000002</c:v>
                </c:pt>
                <c:pt idx="96">
                  <c:v>0.70633100000000004</c:v>
                </c:pt>
                <c:pt idx="97">
                  <c:v>0.72055000000000002</c:v>
                </c:pt>
                <c:pt idx="98">
                  <c:v>0.73331100000000005</c:v>
                </c:pt>
                <c:pt idx="99">
                  <c:v>0.74592899999999995</c:v>
                </c:pt>
                <c:pt idx="100">
                  <c:v>0.75737699999999997</c:v>
                </c:pt>
                <c:pt idx="101">
                  <c:v>0.76497199999999999</c:v>
                </c:pt>
                <c:pt idx="102">
                  <c:v>0.77088500000000004</c:v>
                </c:pt>
                <c:pt idx="103">
                  <c:v>0.77911300000000006</c:v>
                </c:pt>
                <c:pt idx="104">
                  <c:v>0.78607700000000003</c:v>
                </c:pt>
                <c:pt idx="105">
                  <c:v>0.79220599999999997</c:v>
                </c:pt>
                <c:pt idx="106">
                  <c:v>0.79933699999999996</c:v>
                </c:pt>
                <c:pt idx="107">
                  <c:v>0.80478899999999998</c:v>
                </c:pt>
                <c:pt idx="108">
                  <c:v>0.81221600000000005</c:v>
                </c:pt>
                <c:pt idx="109">
                  <c:v>0.81979400000000002</c:v>
                </c:pt>
                <c:pt idx="110">
                  <c:v>0.82633400000000001</c:v>
                </c:pt>
                <c:pt idx="111">
                  <c:v>0.83203000000000005</c:v>
                </c:pt>
                <c:pt idx="112">
                  <c:v>0.83762499999999995</c:v>
                </c:pt>
                <c:pt idx="113">
                  <c:v>0.84160000000000001</c:v>
                </c:pt>
                <c:pt idx="114">
                  <c:v>0.85026100000000004</c:v>
                </c:pt>
                <c:pt idx="115">
                  <c:v>0.85618399999999995</c:v>
                </c:pt>
                <c:pt idx="116">
                  <c:v>0.85972499999999996</c:v>
                </c:pt>
                <c:pt idx="117">
                  <c:v>0.86438099999999995</c:v>
                </c:pt>
                <c:pt idx="118">
                  <c:v>0.86860899999999996</c:v>
                </c:pt>
                <c:pt idx="119">
                  <c:v>0.87292999999999998</c:v>
                </c:pt>
                <c:pt idx="120">
                  <c:v>0.87600100000000003</c:v>
                </c:pt>
                <c:pt idx="121">
                  <c:v>0.87884700000000004</c:v>
                </c:pt>
                <c:pt idx="122">
                  <c:v>0.88271900000000003</c:v>
                </c:pt>
                <c:pt idx="123">
                  <c:v>0.88576299999999997</c:v>
                </c:pt>
                <c:pt idx="124">
                  <c:v>0.88915599999999995</c:v>
                </c:pt>
                <c:pt idx="125">
                  <c:v>0.89240799999999998</c:v>
                </c:pt>
                <c:pt idx="126">
                  <c:v>0.89492700000000003</c:v>
                </c:pt>
                <c:pt idx="127">
                  <c:v>0.89772300000000005</c:v>
                </c:pt>
                <c:pt idx="128">
                  <c:v>0.90048899999999998</c:v>
                </c:pt>
                <c:pt idx="129">
                  <c:v>0.90223200000000003</c:v>
                </c:pt>
                <c:pt idx="130">
                  <c:v>0.90566400000000002</c:v>
                </c:pt>
                <c:pt idx="131">
                  <c:v>0.90600599999999998</c:v>
                </c:pt>
                <c:pt idx="132">
                  <c:v>0.90869999999999995</c:v>
                </c:pt>
                <c:pt idx="133">
                  <c:v>0.91087399999999996</c:v>
                </c:pt>
                <c:pt idx="134">
                  <c:v>0.91370600000000002</c:v>
                </c:pt>
                <c:pt idx="135">
                  <c:v>0.91383400000000004</c:v>
                </c:pt>
                <c:pt idx="136">
                  <c:v>0.91595300000000002</c:v>
                </c:pt>
                <c:pt idx="137">
                  <c:v>0.91856000000000004</c:v>
                </c:pt>
                <c:pt idx="138">
                  <c:v>0.91949000000000003</c:v>
                </c:pt>
                <c:pt idx="139">
                  <c:v>0.92128900000000002</c:v>
                </c:pt>
                <c:pt idx="140">
                  <c:v>0.92263099999999998</c:v>
                </c:pt>
                <c:pt idx="141">
                  <c:v>0.92503100000000005</c:v>
                </c:pt>
                <c:pt idx="142">
                  <c:v>0.92601</c:v>
                </c:pt>
                <c:pt idx="143">
                  <c:v>0.92652500000000004</c:v>
                </c:pt>
                <c:pt idx="144">
                  <c:v>0.92648200000000003</c:v>
                </c:pt>
                <c:pt idx="145">
                  <c:v>0.92859599999999998</c:v>
                </c:pt>
                <c:pt idx="146">
                  <c:v>0.92901400000000001</c:v>
                </c:pt>
                <c:pt idx="147">
                  <c:v>0.93112499999999998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36-40DB-8E21-DDA4907D3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4151640"/>
        <c:axId val="424151968"/>
      </c:scatterChart>
      <c:valAx>
        <c:axId val="424151640"/>
        <c:scaling>
          <c:orientation val="minMax"/>
          <c:max val="42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151968"/>
        <c:crosses val="autoZero"/>
        <c:crossBetween val="midCat"/>
      </c:valAx>
      <c:valAx>
        <c:axId val="42415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4151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835789694784383"/>
          <c:y val="0.68033558198655986"/>
          <c:w val="0.59220332371459861"/>
          <c:h val="7.1204272104767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omments/modernComment_104_88AA9D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BF6C30-855D-4822-BF79-7C6CE8E0B3CD}" authorId="{DFBA5298-623C-EBB4-9B57-605C391C786A}" created="2023-03-09T13:15:50.5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2882849" sldId="260"/>
      <ac:spMk id="129" creationId="{ADA1AA8B-674B-416F-8577-74B47F528E0D}"/>
    </ac:deMkLst>
    <p188:replyLst>
      <p188:reply id="{50CAF4D5-B4C5-43E1-B70E-C8AA27C4E619}" authorId="{DFBA5298-623C-EBB4-9B57-605C391C786A}" created="2023-03-28T21:32:12.276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US"/>
          <a:t>Logos of funding resources</a:t>
        </a:r>
      </a:p>
    </p188:txBody>
  </p188:cm>
  <p188:cm id="{7ADE7BAA-8B96-4B60-9C26-B025A9A02360}" authorId="{DFBA5298-623C-EBB4-9B57-605C391C786A}" created="2023-03-23T10:11:33.2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2882849" sldId="260"/>
      <ac:spMk id="50" creationId="{00000000-0000-0000-0000-000000000000}"/>
    </ac:deMkLst>
    <p188:replyLst>
      <p188:reply id="{9FF94B73-32D6-4AAD-95D3-4D491BD62885}" authorId="{DFBA5298-623C-EBB4-9B57-605C391C786A}" created="2023-03-28T21:32:05.388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US"/>
          <a:t>Update the schematic with better resolution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0.05589</cdr:x>
      <cdr:y>0.02402</cdr:y>
    </cdr:from>
    <cdr:to>
      <cdr:x>0.9119</cdr:x>
      <cdr:y>0.18484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35247" y="80096"/>
          <a:ext cx="5134948" cy="53628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GB" sz="1400" dirty="0" smtClean="0"/>
            <a:t>Lateral Distance Examined In Siemens Star </a:t>
          </a:r>
        </a:p>
        <a:p xmlns:a="http://schemas.openxmlformats.org/drawingml/2006/main">
          <a:pPr algn="ctr"/>
          <a:r>
            <a:rPr lang="en-GB" sz="1400" dirty="0" smtClean="0"/>
            <a:t>Versus Calculated Contrast Transfer Function</a:t>
          </a:r>
          <a:endParaRPr lang="en-GB" sz="14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058" y="4957104"/>
            <a:ext cx="18167985" cy="10545233"/>
          </a:xfrm>
        </p:spPr>
        <p:txBody>
          <a:bodyPr anchor="b"/>
          <a:lstStyle>
            <a:lvl1pPr algn="ctr">
              <a:defRPr sz="140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763" y="15909002"/>
            <a:ext cx="16030575" cy="7312948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8688" indent="0" algn="ctr">
              <a:buNone/>
              <a:defRPr sz="4675"/>
            </a:lvl2pPr>
            <a:lvl3pPr marL="2137376" indent="0" algn="ctr">
              <a:buNone/>
              <a:defRPr sz="4207"/>
            </a:lvl3pPr>
            <a:lvl4pPr marL="3206064" indent="0" algn="ctr">
              <a:buNone/>
              <a:defRPr sz="3740"/>
            </a:lvl4pPr>
            <a:lvl5pPr marL="4274752" indent="0" algn="ctr">
              <a:buNone/>
              <a:defRPr sz="3740"/>
            </a:lvl5pPr>
            <a:lvl6pPr marL="5343440" indent="0" algn="ctr">
              <a:buNone/>
              <a:defRPr sz="3740"/>
            </a:lvl6pPr>
            <a:lvl7pPr marL="6412127" indent="0" algn="ctr">
              <a:buNone/>
              <a:defRPr sz="3740"/>
            </a:lvl7pPr>
            <a:lvl8pPr marL="7480816" indent="0" algn="ctr">
              <a:buNone/>
              <a:defRPr sz="3740"/>
            </a:lvl8pPr>
            <a:lvl9pPr marL="8549503" indent="0" algn="ctr">
              <a:buNone/>
              <a:defRPr sz="37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7924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527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338" y="7551350"/>
            <a:ext cx="18435162" cy="12599588"/>
          </a:xfrm>
        </p:spPr>
        <p:txBody>
          <a:bodyPr anchor="b"/>
          <a:lstStyle>
            <a:lvl1pPr>
              <a:defRPr sz="140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338" y="20270136"/>
            <a:ext cx="18435162" cy="6625826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8688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7376" indent="0">
              <a:buNone/>
              <a:defRPr sz="4207">
                <a:solidFill>
                  <a:schemeClr val="tx1">
                    <a:tint val="75000"/>
                  </a:schemeClr>
                </a:solidFill>
              </a:defRPr>
            </a:lvl3pPr>
            <a:lvl4pPr marL="3206064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4752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344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2127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0816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49503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306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9470" y="8063178"/>
            <a:ext cx="9083993" cy="19218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0638" y="8063178"/>
            <a:ext cx="9083993" cy="19218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14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253" y="1612643"/>
            <a:ext cx="18435162" cy="58545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256" y="7425137"/>
            <a:ext cx="9042245" cy="3638944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8688" indent="0">
              <a:buNone/>
              <a:defRPr sz="4675" b="1"/>
            </a:lvl2pPr>
            <a:lvl3pPr marL="2137376" indent="0">
              <a:buNone/>
              <a:defRPr sz="4207" b="1"/>
            </a:lvl3pPr>
            <a:lvl4pPr marL="3206064" indent="0">
              <a:buNone/>
              <a:defRPr sz="3740" b="1"/>
            </a:lvl4pPr>
            <a:lvl5pPr marL="4274752" indent="0">
              <a:buNone/>
              <a:defRPr sz="3740" b="1"/>
            </a:lvl5pPr>
            <a:lvl6pPr marL="5343440" indent="0">
              <a:buNone/>
              <a:defRPr sz="3740" b="1"/>
            </a:lvl6pPr>
            <a:lvl7pPr marL="6412127" indent="0">
              <a:buNone/>
              <a:defRPr sz="3740" b="1"/>
            </a:lvl7pPr>
            <a:lvl8pPr marL="7480816" indent="0">
              <a:buNone/>
              <a:defRPr sz="3740" b="1"/>
            </a:lvl8pPr>
            <a:lvl9pPr marL="8549503" indent="0">
              <a:buNone/>
              <a:defRPr sz="37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256" y="11064082"/>
            <a:ext cx="9042245" cy="16273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0639" y="7425137"/>
            <a:ext cx="9086777" cy="3638944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8688" indent="0">
              <a:buNone/>
              <a:defRPr sz="4675" b="1"/>
            </a:lvl2pPr>
            <a:lvl3pPr marL="2137376" indent="0">
              <a:buNone/>
              <a:defRPr sz="4207" b="1"/>
            </a:lvl3pPr>
            <a:lvl4pPr marL="3206064" indent="0">
              <a:buNone/>
              <a:defRPr sz="3740" b="1"/>
            </a:lvl4pPr>
            <a:lvl5pPr marL="4274752" indent="0">
              <a:buNone/>
              <a:defRPr sz="3740" b="1"/>
            </a:lvl5pPr>
            <a:lvl6pPr marL="5343440" indent="0">
              <a:buNone/>
              <a:defRPr sz="3740" b="1"/>
            </a:lvl6pPr>
            <a:lvl7pPr marL="6412127" indent="0">
              <a:buNone/>
              <a:defRPr sz="3740" b="1"/>
            </a:lvl7pPr>
            <a:lvl8pPr marL="7480816" indent="0">
              <a:buNone/>
              <a:defRPr sz="3740" b="1"/>
            </a:lvl8pPr>
            <a:lvl9pPr marL="8549503" indent="0">
              <a:buNone/>
              <a:defRPr sz="37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0639" y="11064082"/>
            <a:ext cx="9086777" cy="16273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153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581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06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253" y="2019300"/>
            <a:ext cx="6893704" cy="7067550"/>
          </a:xfrm>
        </p:spPr>
        <p:txBody>
          <a:bodyPr anchor="b"/>
          <a:lstStyle>
            <a:lvl1pPr>
              <a:defRPr sz="7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777" y="4361134"/>
            <a:ext cx="10820638" cy="21525177"/>
          </a:xfrm>
        </p:spPr>
        <p:txBody>
          <a:bodyPr/>
          <a:lstStyle>
            <a:lvl1pPr>
              <a:defRPr sz="7480"/>
            </a:lvl1pPr>
            <a:lvl2pPr>
              <a:defRPr sz="6544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253" y="9086850"/>
            <a:ext cx="6893704" cy="16834514"/>
          </a:xfrm>
        </p:spPr>
        <p:txBody>
          <a:bodyPr/>
          <a:lstStyle>
            <a:lvl1pPr marL="0" indent="0">
              <a:buNone/>
              <a:defRPr sz="3740"/>
            </a:lvl1pPr>
            <a:lvl2pPr marL="1068688" indent="0">
              <a:buNone/>
              <a:defRPr sz="3273"/>
            </a:lvl2pPr>
            <a:lvl3pPr marL="2137376" indent="0">
              <a:buNone/>
              <a:defRPr sz="2805"/>
            </a:lvl3pPr>
            <a:lvl4pPr marL="3206064" indent="0">
              <a:buNone/>
              <a:defRPr sz="2337"/>
            </a:lvl4pPr>
            <a:lvl5pPr marL="4274752" indent="0">
              <a:buNone/>
              <a:defRPr sz="2337"/>
            </a:lvl5pPr>
            <a:lvl6pPr marL="5343440" indent="0">
              <a:buNone/>
              <a:defRPr sz="2337"/>
            </a:lvl6pPr>
            <a:lvl7pPr marL="6412127" indent="0">
              <a:buNone/>
              <a:defRPr sz="2337"/>
            </a:lvl7pPr>
            <a:lvl8pPr marL="7480816" indent="0">
              <a:buNone/>
              <a:defRPr sz="2337"/>
            </a:lvl8pPr>
            <a:lvl9pPr marL="8549503" indent="0">
              <a:buNone/>
              <a:defRPr sz="23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730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253" y="2019300"/>
            <a:ext cx="6893704" cy="7067550"/>
          </a:xfrm>
        </p:spPr>
        <p:txBody>
          <a:bodyPr anchor="b"/>
          <a:lstStyle>
            <a:lvl1pPr>
              <a:defRPr sz="7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86777" y="4361134"/>
            <a:ext cx="10820638" cy="21525177"/>
          </a:xfrm>
        </p:spPr>
        <p:txBody>
          <a:bodyPr anchor="t"/>
          <a:lstStyle>
            <a:lvl1pPr marL="0" indent="0">
              <a:buNone/>
              <a:defRPr sz="7480"/>
            </a:lvl1pPr>
            <a:lvl2pPr marL="1068688" indent="0">
              <a:buNone/>
              <a:defRPr sz="6544"/>
            </a:lvl2pPr>
            <a:lvl3pPr marL="2137376" indent="0">
              <a:buNone/>
              <a:defRPr sz="5610"/>
            </a:lvl3pPr>
            <a:lvl4pPr marL="3206064" indent="0">
              <a:buNone/>
              <a:defRPr sz="4675"/>
            </a:lvl4pPr>
            <a:lvl5pPr marL="4274752" indent="0">
              <a:buNone/>
              <a:defRPr sz="4675"/>
            </a:lvl5pPr>
            <a:lvl6pPr marL="5343440" indent="0">
              <a:buNone/>
              <a:defRPr sz="4675"/>
            </a:lvl6pPr>
            <a:lvl7pPr marL="6412127" indent="0">
              <a:buNone/>
              <a:defRPr sz="4675"/>
            </a:lvl7pPr>
            <a:lvl8pPr marL="7480816" indent="0">
              <a:buNone/>
              <a:defRPr sz="4675"/>
            </a:lvl8pPr>
            <a:lvl9pPr marL="8549503" indent="0">
              <a:buNone/>
              <a:defRPr sz="46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253" y="9086850"/>
            <a:ext cx="6893704" cy="16834514"/>
          </a:xfrm>
        </p:spPr>
        <p:txBody>
          <a:bodyPr/>
          <a:lstStyle>
            <a:lvl1pPr marL="0" indent="0">
              <a:buNone/>
              <a:defRPr sz="3740"/>
            </a:lvl1pPr>
            <a:lvl2pPr marL="1068688" indent="0">
              <a:buNone/>
              <a:defRPr sz="3273"/>
            </a:lvl2pPr>
            <a:lvl3pPr marL="2137376" indent="0">
              <a:buNone/>
              <a:defRPr sz="2805"/>
            </a:lvl3pPr>
            <a:lvl4pPr marL="3206064" indent="0">
              <a:buNone/>
              <a:defRPr sz="2337"/>
            </a:lvl4pPr>
            <a:lvl5pPr marL="4274752" indent="0">
              <a:buNone/>
              <a:defRPr sz="2337"/>
            </a:lvl5pPr>
            <a:lvl6pPr marL="5343440" indent="0">
              <a:buNone/>
              <a:defRPr sz="2337"/>
            </a:lvl6pPr>
            <a:lvl7pPr marL="6412127" indent="0">
              <a:buNone/>
              <a:defRPr sz="2337"/>
            </a:lvl7pPr>
            <a:lvl8pPr marL="7480816" indent="0">
              <a:buNone/>
              <a:defRPr sz="2337"/>
            </a:lvl8pPr>
            <a:lvl9pPr marL="8549503" indent="0">
              <a:buNone/>
              <a:defRPr sz="23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492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262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95842" y="1612635"/>
            <a:ext cx="4608790" cy="256689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9471" y="1612635"/>
            <a:ext cx="13559195" cy="256689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899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9470" y="1612643"/>
            <a:ext cx="18435162" cy="5854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9470" y="8063178"/>
            <a:ext cx="18435162" cy="19218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470" y="28073886"/>
            <a:ext cx="4809172" cy="1612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67295-FD51-46FC-9FA2-F8297B47C3C3}" type="datetimeFigureOut">
              <a:rPr kumimoji="1" lang="ja-JP" altLang="en-US" smtClean="0"/>
              <a:t>2023/4/19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0171" y="28073886"/>
            <a:ext cx="7213759" cy="1612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095459" y="28073886"/>
            <a:ext cx="4809172" cy="16126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FBF4D-5A28-4910-BA0E-80C8197CD4F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829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7376" rtl="0" eaLnBrk="1" latinLnBrk="0" hangingPunct="1">
        <a:lnSpc>
          <a:spcPct val="90000"/>
        </a:lnSpc>
        <a:spcBef>
          <a:spcPct val="0"/>
        </a:spcBef>
        <a:buNone/>
        <a:defRPr sz="102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344" indent="-534344" algn="l" defTabSz="2137376" rtl="0" eaLnBrk="1" latinLnBrk="0" hangingPunct="1">
        <a:lnSpc>
          <a:spcPct val="90000"/>
        </a:lnSpc>
        <a:spcBef>
          <a:spcPts val="2337"/>
        </a:spcBef>
        <a:buFont typeface="Arial" panose="020B0604020202020204" pitchFamily="34" charset="0"/>
        <a:buChar char="•"/>
        <a:defRPr sz="6544" kern="1200">
          <a:solidFill>
            <a:schemeClr val="tx1"/>
          </a:solidFill>
          <a:latin typeface="+mn-lt"/>
          <a:ea typeface="+mn-ea"/>
          <a:cs typeface="+mn-cs"/>
        </a:defRPr>
      </a:lvl1pPr>
      <a:lvl2pPr marL="1603032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1719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0408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4pPr>
      <a:lvl5pPr marL="4809095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5pPr>
      <a:lvl6pPr marL="5877784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6pPr>
      <a:lvl7pPr marL="6946471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7pPr>
      <a:lvl8pPr marL="8015159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8pPr>
      <a:lvl9pPr marL="9083847" indent="-534344" algn="l" defTabSz="2137376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1pPr>
      <a:lvl2pPr marL="1068688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2pPr>
      <a:lvl3pPr marL="2137376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3pPr>
      <a:lvl4pPr marL="3206064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4pPr>
      <a:lvl5pPr marL="4274752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5pPr>
      <a:lvl6pPr marL="5343440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6pPr>
      <a:lvl7pPr marL="6412127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7pPr>
      <a:lvl8pPr marL="7480816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8pPr>
      <a:lvl9pPr marL="8549503" algn="l" defTabSz="2137376" rtl="0" eaLnBrk="1" latinLnBrk="0" hangingPunct="1">
        <a:defRPr sz="42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microsoft.com/office/2018/10/relationships/comments" Target="../comments/modernComment_104_88AA9DA1.xml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24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chart" Target="../charts/chart1.xml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/>
          <p:cNvSpPr/>
          <p:nvPr/>
        </p:nvSpPr>
        <p:spPr>
          <a:xfrm>
            <a:off x="-6078" y="3559481"/>
            <a:ext cx="21380179" cy="268514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ja-JP" altLang="en-US" sz="3446">
              <a:solidFill>
                <a:prstClr val="white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56" name="正方形/長方形 47"/>
          <p:cNvSpPr/>
          <p:nvPr/>
        </p:nvSpPr>
        <p:spPr>
          <a:xfrm>
            <a:off x="362911" y="9730562"/>
            <a:ext cx="10123604" cy="547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456880"/>
            <a:endParaRPr lang="en-US" altLang="ja-JP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6880"/>
            <a:endParaRPr lang="en-US" altLang="ja-JP" sz="2800" b="1" baseline="30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6213" indent="-79375" defTabSz="456880">
              <a:tabLst>
                <a:tab pos="7886700" algn="l"/>
              </a:tabLst>
            </a:pPr>
            <a:endParaRPr lang="en-US" altLang="ja-JP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6213" indent="-79375" defTabSz="456880">
              <a:tabLst>
                <a:tab pos="7886700" algn="l"/>
              </a:tabLst>
            </a:pPr>
            <a:r>
              <a:rPr lang="en-US" altLang="ja-JP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ja-JP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poster P6 for </a:t>
            </a:r>
            <a:r>
              <a:rPr lang="en-US" altLang="ja-JP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details </a:t>
            </a:r>
            <a:r>
              <a:rPr lang="en-US" altLang="ja-JP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alignment of the laser excitation and camera detection </a:t>
            </a:r>
            <a:r>
              <a:rPr lang="en-US" altLang="ja-JP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arms </a:t>
            </a:r>
            <a:r>
              <a:rPr lang="en-US" altLang="ja-JP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mesoSPIM system</a:t>
            </a:r>
            <a:endParaRPr lang="en-US" altLang="ja-JP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正方形/長方形 49"/>
          <p:cNvSpPr/>
          <p:nvPr/>
        </p:nvSpPr>
        <p:spPr>
          <a:xfrm>
            <a:off x="384440" y="16105103"/>
            <a:ext cx="10102075" cy="13927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ja-JP" altLang="en-US" sz="3446" dirty="0">
              <a:solidFill>
                <a:prstClr val="white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10786235" y="9744259"/>
            <a:ext cx="10151063" cy="1094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r>
              <a:rPr lang="en-GB" altLang="ja-JP" sz="3446" dirty="0">
                <a:solidFill>
                  <a:prstClr val="white"/>
                </a:solidFill>
                <a:latin typeface="Arial" panose="020B0604020202020204" pitchFamily="34" charset="0"/>
              </a:rPr>
              <a:t>Chart, scatter chart</a:t>
            </a:r>
          </a:p>
          <a:p>
            <a:pPr algn="ctr" defTabSz="456880"/>
            <a:endParaRPr lang="en-GB" altLang="ja-JP" sz="3446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algn="ctr" defTabSz="456880"/>
            <a:r>
              <a:rPr lang="en-GB" altLang="ja-JP" sz="3446" dirty="0">
                <a:solidFill>
                  <a:prstClr val="white"/>
                </a:solidFill>
                <a:latin typeface="Arial" panose="020B0604020202020204" pitchFamily="34" charset="0"/>
              </a:rPr>
              <a:t>Description automatically generated</a:t>
            </a:r>
            <a:endParaRPr lang="ja-JP" altLang="en-US" sz="3446" dirty="0">
              <a:solidFill>
                <a:prstClr val="white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383808" y="4384263"/>
            <a:ext cx="20567800" cy="4271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880"/>
            <a:endParaRPr lang="ja-JP" altLang="en-US" sz="3446" baseline="-25000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1828800" y="392976"/>
            <a:ext cx="17341579" cy="1205176"/>
          </a:xfrm>
          <a:prstGeom prst="rect">
            <a:avLst/>
          </a:prstGeom>
        </p:spPr>
        <p:txBody>
          <a:bodyPr vert="horz" lIns="64556" tIns="32278" rIns="64556" bIns="32278" rtlCol="0" anchor="ctr">
            <a:no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3025368">
              <a:lnSpc>
                <a:spcPct val="120000"/>
              </a:lnSpc>
            </a:pPr>
            <a:r>
              <a:rPr lang="en-US" altLang="ja-JP" sz="4660" b="1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Characterization and Alignment of mesoSPIM Light Sheet Microscope Components </a:t>
            </a:r>
            <a:endParaRPr lang="en-US" altLang="ja-JP" sz="4660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87716" y="3559482"/>
            <a:ext cx="5796072" cy="80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6880"/>
            <a:r>
              <a:rPr lang="en-US" altLang="ja-JP" sz="4660" b="1" u="sng" dirty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27" name="正方形/長方形 26"/>
          <p:cNvSpPr/>
          <p:nvPr/>
        </p:nvSpPr>
        <p:spPr>
          <a:xfrm>
            <a:off x="10690509" y="8941758"/>
            <a:ext cx="10074104" cy="809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/>
            <a:r>
              <a:rPr lang="en-US" altLang="ja-JP" sz="4660" b="1" u="sng" dirty="0" smtClean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Electronically Tunable Lens (ETL)</a:t>
            </a:r>
            <a:endParaRPr lang="en-US" altLang="ja-JP" sz="4660" b="1" u="sng" dirty="0">
              <a:solidFill>
                <a:prstClr val="white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10694058" y="20752601"/>
            <a:ext cx="2496315" cy="80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6880"/>
            <a:r>
              <a:rPr lang="en-US" altLang="ja-JP" sz="4660" b="1" u="sng" dirty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Outlook</a:t>
            </a:r>
          </a:p>
        </p:txBody>
      </p:sp>
      <p:sp>
        <p:nvSpPr>
          <p:cNvPr id="165" name="テキスト ボックス 164"/>
          <p:cNvSpPr txBox="1"/>
          <p:nvPr/>
        </p:nvSpPr>
        <p:spPr>
          <a:xfrm>
            <a:off x="414407" y="9847090"/>
            <a:ext cx="7076768" cy="526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880"/>
            <a:r>
              <a:rPr lang="en-GB" altLang="ja-JP" sz="2798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LightHUB ULTRA Laser Alignment</a:t>
            </a:r>
            <a:r>
              <a:rPr lang="en-GB" altLang="ja-JP" sz="2798" b="1" baseline="30000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*</a:t>
            </a:r>
            <a:endParaRPr lang="ja-JP" altLang="en-US" sz="2798" b="1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171" name="正方形/長方形 170"/>
          <p:cNvSpPr/>
          <p:nvPr/>
        </p:nvSpPr>
        <p:spPr>
          <a:xfrm>
            <a:off x="10777428" y="21539047"/>
            <a:ext cx="10208230" cy="2468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6880"/>
            <a:endParaRPr lang="en-US" altLang="ja-JP" sz="2259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318" name="テキスト ボックス 317"/>
          <p:cNvSpPr txBox="1"/>
          <p:nvPr/>
        </p:nvSpPr>
        <p:spPr>
          <a:xfrm>
            <a:off x="414407" y="4516689"/>
            <a:ext cx="12231790" cy="52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880"/>
            <a:r>
              <a:rPr lang="en-US" altLang="ja-JP" sz="2798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Light Sheet Microscopy for Cardiac Imaging in Health and Disease</a:t>
            </a:r>
            <a:endParaRPr lang="ja-JP" altLang="en-US" sz="2798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E3D370C-EE3D-424E-B8E8-B25BEB1D9AC6}"/>
              </a:ext>
            </a:extLst>
          </p:cNvPr>
          <p:cNvSpPr txBox="1"/>
          <p:nvPr/>
        </p:nvSpPr>
        <p:spPr>
          <a:xfrm>
            <a:off x="10913804" y="9877004"/>
            <a:ext cx="9991749" cy="52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880"/>
            <a:r>
              <a:rPr lang="en-US" altLang="ja-JP" sz="2798" b="1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Optotune </a:t>
            </a:r>
            <a:r>
              <a:rPr lang="en-US" altLang="ja-JP" sz="2798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EL-16-40-TC-VIS-5D-C ETLs (x2, Left and Right)</a:t>
            </a:r>
            <a:endParaRPr lang="ja-JP" altLang="en-US" sz="2798" b="1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ADA1AA8B-674B-416F-8577-74B47F528E0D}"/>
              </a:ext>
            </a:extLst>
          </p:cNvPr>
          <p:cNvSpPr/>
          <p:nvPr/>
        </p:nvSpPr>
        <p:spPr>
          <a:xfrm>
            <a:off x="10681048" y="24041045"/>
            <a:ext cx="5461307" cy="809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/>
            <a:r>
              <a:rPr lang="en-US" altLang="ja-JP" sz="4660" b="1" u="sng" dirty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Acknowledgments</a:t>
            </a:r>
          </a:p>
        </p:txBody>
      </p:sp>
      <p:sp>
        <p:nvSpPr>
          <p:cNvPr id="182" name="四角形: 角を丸くする 181">
            <a:extLst>
              <a:ext uri="{FF2B5EF4-FFF2-40B4-BE49-F238E27FC236}">
                <a16:creationId xmlns:a16="http://schemas.microsoft.com/office/drawing/2014/main" id="{4C9A6873-C57E-4A8B-B2D2-764D8647CF4D}"/>
              </a:ext>
            </a:extLst>
          </p:cNvPr>
          <p:cNvSpPr/>
          <p:nvPr/>
        </p:nvSpPr>
        <p:spPr>
          <a:xfrm>
            <a:off x="508111" y="5095614"/>
            <a:ext cx="10080905" cy="3321699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72000" bIns="72000" rtlCol="0" anchor="ctr" anchorCtr="1"/>
          <a:lstStyle/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Structural imaging of cardiac tissue can be achieved utilizing light sheet microscopy techniques on tissue cleared heart samples [1].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mesoSPIM Microscopy utilizes axially swept focus, dual sided excitation (left and right), and rolling camera shutter to achieve high, isotropic resolution across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an readable volume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of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44</a:t>
            </a:r>
            <a:r>
              <a:rPr lang="en-US" altLang="ja-JP" sz="2498" dirty="0" smtClean="0">
                <a:solidFill>
                  <a:prstClr val="black"/>
                </a:solidFill>
              </a:rPr>
              <a:t>mm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x </a:t>
            </a:r>
            <a:r>
              <a:rPr lang="en-GB" altLang="ja-JP" sz="2800" dirty="0" smtClean="0">
                <a:solidFill>
                  <a:prstClr val="black"/>
                </a:solidFill>
              </a:rPr>
              <a:t>44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mm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x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100mm (~194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cm</a:t>
            </a:r>
            <a:r>
              <a:rPr lang="en-US" altLang="ja-JP" sz="2498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3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)  [2].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Magnification system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allows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higher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resolution imaging in smaller field of views than was previously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achieved in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mesoSPIM </a:t>
            </a:r>
            <a:r>
              <a:rPr lang="en-US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setups.</a:t>
            </a:r>
          </a:p>
        </p:txBody>
      </p:sp>
      <p:sp>
        <p:nvSpPr>
          <p:cNvPr id="130" name="四角形: 角を丸くする 302">
            <a:extLst>
              <a:ext uri="{FF2B5EF4-FFF2-40B4-BE49-F238E27FC236}">
                <a16:creationId xmlns:a16="http://schemas.microsoft.com/office/drawing/2014/main" id="{45082420-7ABA-4A08-A590-A527D6BBCFC1}"/>
              </a:ext>
            </a:extLst>
          </p:cNvPr>
          <p:cNvSpPr/>
          <p:nvPr/>
        </p:nvSpPr>
        <p:spPr>
          <a:xfrm>
            <a:off x="4352062" y="12859460"/>
            <a:ext cx="5941397" cy="200113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numCol="1" rtlCol="0" anchor="t"/>
          <a:lstStyle/>
          <a:p>
            <a:pPr defTabSz="456880"/>
            <a:r>
              <a:rPr lang="en-GB" altLang="ja-JP" sz="24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Figure 2</a:t>
            </a:r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: </a:t>
            </a:r>
          </a:p>
          <a:p>
            <a:pPr marL="273050" indent="-273050"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a)</a:t>
            </a:r>
            <a:r>
              <a:rPr lang="en-GB" altLang="ja-JP" sz="2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Internal View of laser pathway, beam path marked with yellow arrows </a:t>
            </a:r>
          </a:p>
          <a:p>
            <a:pPr marL="342900" indent="-342900" defTabSz="456880">
              <a:buAutoNum type="alphaUcParenR"/>
            </a:pPr>
            <a:endParaRPr lang="en-GB" altLang="ja-JP" sz="800" dirty="0" smtClean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273050" indent="-273050"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b)</a:t>
            </a:r>
            <a:r>
              <a:rPr lang="en-GB" altLang="ja-JP" sz="2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Chart displaying balancing of laser power during laser alignment process</a:t>
            </a:r>
            <a:endParaRPr lang="ja-JP" altLang="en-US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pic>
        <p:nvPicPr>
          <p:cNvPr id="1026" name="Picture 2" descr="University of Glasgow - Wikipedia">
            <a:extLst>
              <a:ext uri="{FF2B5EF4-FFF2-40B4-BE49-F238E27FC236}">
                <a16:creationId xmlns:a16="http://schemas.microsoft.com/office/drawing/2014/main" id="{912D88BB-2068-120C-3686-399DA6496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7060" y="172656"/>
            <a:ext cx="922849" cy="141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3CCCFD-5863-EF8A-CBAA-83864257D9A3}"/>
              </a:ext>
            </a:extLst>
          </p:cNvPr>
          <p:cNvSpPr txBox="1"/>
          <p:nvPr/>
        </p:nvSpPr>
        <p:spPr>
          <a:xfrm>
            <a:off x="976590" y="1821930"/>
            <a:ext cx="19414839" cy="526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6880"/>
            <a:r>
              <a:rPr lang="en-US" sz="2824" u="sng" dirty="0" smtClean="0">
                <a:solidFill>
                  <a:prstClr val="black"/>
                </a:solidFill>
                <a:latin typeface="Arial" panose="020B0604020202020204"/>
              </a:rPr>
              <a:t>Steven Milan Moreno</a:t>
            </a:r>
            <a:r>
              <a:rPr lang="en-US" sz="2824" baseline="30000" dirty="0" smtClean="0">
                <a:solidFill>
                  <a:prstClr val="black"/>
                </a:solidFill>
                <a:latin typeface="Arial" panose="020B0604020202020204"/>
              </a:rPr>
              <a:t>1</a:t>
            </a:r>
            <a:r>
              <a:rPr lang="en-US" sz="2824" dirty="0" smtClean="0">
                <a:solidFill>
                  <a:prstClr val="black"/>
                </a:solidFill>
                <a:latin typeface="Arial" panose="020B0604020202020204"/>
              </a:rPr>
              <a:t>, Sharika Mohanan</a:t>
            </a:r>
            <a:r>
              <a:rPr lang="en-US" sz="2824" baseline="30000" dirty="0" smtClean="0">
                <a:solidFill>
                  <a:prstClr val="black"/>
                </a:solidFill>
                <a:latin typeface="Arial" panose="020B0604020202020204"/>
              </a:rPr>
              <a:t>1</a:t>
            </a:r>
            <a:r>
              <a:rPr lang="en-US" sz="2824" dirty="0" smtClean="0">
                <a:solidFill>
                  <a:prstClr val="black"/>
                </a:solidFill>
                <a:latin typeface="Arial" panose="020B0604020202020204"/>
              </a:rPr>
              <a:t>, Will McNeill</a:t>
            </a:r>
            <a:r>
              <a:rPr lang="en-US" sz="2824" baseline="30000" dirty="0" smtClean="0">
                <a:solidFill>
                  <a:prstClr val="black"/>
                </a:solidFill>
                <a:latin typeface="Arial" panose="020B0604020202020204"/>
              </a:rPr>
              <a:t>1</a:t>
            </a:r>
            <a:r>
              <a:rPr lang="en-US" sz="2824" dirty="0" smtClean="0">
                <a:solidFill>
                  <a:prstClr val="black"/>
                </a:solidFill>
                <a:latin typeface="Arial" panose="020B0604020202020204"/>
              </a:rPr>
              <a:t>, Andrew Allan</a:t>
            </a:r>
            <a:r>
              <a:rPr lang="en-US" sz="2824" baseline="30000" dirty="0" smtClean="0">
                <a:solidFill>
                  <a:prstClr val="black"/>
                </a:solidFill>
                <a:latin typeface="Arial" panose="020B0604020202020204"/>
              </a:rPr>
              <a:t>2</a:t>
            </a:r>
            <a:r>
              <a:rPr lang="en-US" sz="2824" dirty="0" smtClean="0">
                <a:solidFill>
                  <a:prstClr val="black"/>
                </a:solidFill>
                <a:latin typeface="Arial" panose="020B0604020202020204"/>
              </a:rPr>
              <a:t>, Godfrey Smith</a:t>
            </a:r>
            <a:r>
              <a:rPr lang="en-US" sz="2824" baseline="30000" dirty="0" smtClean="0">
                <a:solidFill>
                  <a:prstClr val="black"/>
                </a:solidFill>
                <a:latin typeface="Arial" panose="020B0604020202020204"/>
              </a:rPr>
              <a:t>3</a:t>
            </a:r>
            <a:r>
              <a:rPr lang="en-US" sz="2824" dirty="0" smtClean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n-US" sz="2824" dirty="0">
                <a:solidFill>
                  <a:prstClr val="black"/>
                </a:solidFill>
                <a:latin typeface="Arial" panose="020B0604020202020204"/>
              </a:rPr>
              <a:t>and Caroline Müllenbroich</a:t>
            </a:r>
            <a:r>
              <a:rPr lang="en-US" sz="2824" baseline="30000" dirty="0">
                <a:solidFill>
                  <a:prstClr val="black"/>
                </a:solidFill>
                <a:latin typeface="Arial" panose="020B0604020202020204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F7CEF4-100D-761D-D5EE-85418CDE2C8C}"/>
              </a:ext>
            </a:extLst>
          </p:cNvPr>
          <p:cNvSpPr txBox="1"/>
          <p:nvPr/>
        </p:nvSpPr>
        <p:spPr>
          <a:xfrm>
            <a:off x="1984753" y="2331296"/>
            <a:ext cx="17398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6880"/>
            <a:r>
              <a:rPr lang="en-US" sz="2400" i="1" baseline="30000" dirty="0">
                <a:solidFill>
                  <a:prstClr val="black"/>
                </a:solidFill>
                <a:latin typeface="Arial" panose="020B0604020202020204"/>
              </a:rPr>
              <a:t>1</a:t>
            </a:r>
            <a:r>
              <a:rPr lang="en-US" sz="2400" i="1" dirty="0">
                <a:solidFill>
                  <a:prstClr val="black"/>
                </a:solidFill>
                <a:latin typeface="Arial" panose="020B0604020202020204"/>
              </a:rPr>
              <a:t> School of Physics and Astronomy, University of Glasgow, UK</a:t>
            </a:r>
          </a:p>
          <a:p>
            <a:pPr algn="ctr" defTabSz="456880"/>
            <a:r>
              <a:rPr lang="en-US" sz="2400" i="1" baseline="30000" dirty="0">
                <a:solidFill>
                  <a:prstClr val="black"/>
                </a:solidFill>
                <a:latin typeface="Arial" panose="020B0604020202020204"/>
              </a:rPr>
              <a:t>2</a:t>
            </a:r>
            <a:r>
              <a:rPr lang="en-US" sz="2400" i="1" dirty="0">
                <a:solidFill>
                  <a:prstClr val="black"/>
                </a:solidFill>
                <a:latin typeface="Arial" panose="020B0604020202020204"/>
              </a:rPr>
              <a:t> </a:t>
            </a:r>
            <a:r>
              <a:rPr lang="en-US" sz="2400" i="1" dirty="0">
                <a:solidFill>
                  <a:prstClr val="black"/>
                </a:solidFill>
              </a:rPr>
              <a:t>Cairn Research, Ltd., Kent, England, UK</a:t>
            </a:r>
          </a:p>
          <a:p>
            <a:pPr algn="ctr" defTabSz="456880"/>
            <a:r>
              <a:rPr lang="en-US" sz="2400" i="1" baseline="30000" dirty="0" smtClean="0">
                <a:solidFill>
                  <a:prstClr val="black"/>
                </a:solidFill>
              </a:rPr>
              <a:t>3</a:t>
            </a:r>
            <a:r>
              <a:rPr lang="en-US" sz="2400" i="1" dirty="0" smtClean="0">
                <a:solidFill>
                  <a:prstClr val="black"/>
                </a:solidFill>
              </a:rPr>
              <a:t> </a:t>
            </a:r>
            <a:r>
              <a:rPr lang="en-US" sz="2400" i="1" dirty="0">
                <a:solidFill>
                  <a:prstClr val="black"/>
                </a:solidFill>
              </a:rPr>
              <a:t>Institute of Cardiovascular and Medical Sciences, University of Glasgow, Glasgow, </a:t>
            </a:r>
            <a:r>
              <a:rPr lang="en-US" sz="2400" i="1" dirty="0" smtClean="0">
                <a:solidFill>
                  <a:prstClr val="black"/>
                </a:solidFill>
              </a:rPr>
              <a:t>UK</a:t>
            </a:r>
            <a:endParaRPr lang="en-US" sz="2400" i="1" dirty="0">
              <a:solidFill>
                <a:prstClr val="black"/>
              </a:solidFill>
            </a:endParaRPr>
          </a:p>
        </p:txBody>
      </p:sp>
      <p:sp>
        <p:nvSpPr>
          <p:cNvPr id="3" name="正方形/長方形 128">
            <a:extLst>
              <a:ext uri="{FF2B5EF4-FFF2-40B4-BE49-F238E27FC236}">
                <a16:creationId xmlns:a16="http://schemas.microsoft.com/office/drawing/2014/main" id="{FDDF5920-A50E-D751-D348-BAC92E86E942}"/>
              </a:ext>
            </a:extLst>
          </p:cNvPr>
          <p:cNvSpPr/>
          <p:nvPr/>
        </p:nvSpPr>
        <p:spPr>
          <a:xfrm>
            <a:off x="10690509" y="28192863"/>
            <a:ext cx="3401222" cy="809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/>
            <a:r>
              <a:rPr lang="en-US" altLang="ja-JP" sz="4660" b="1" u="sng" dirty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525101-5104-43B6-CCD6-21FAB823BB92}"/>
              </a:ext>
            </a:extLst>
          </p:cNvPr>
          <p:cNvSpPr txBox="1"/>
          <p:nvPr/>
        </p:nvSpPr>
        <p:spPr>
          <a:xfrm>
            <a:off x="10946665" y="10539558"/>
            <a:ext cx="7236248" cy="15683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6880"/>
            <a:r>
              <a:rPr lang="en-US" sz="2398" b="1" dirty="0" smtClean="0">
                <a:solidFill>
                  <a:prstClr val="black"/>
                </a:solidFill>
                <a:latin typeface="Arial" panose="020B0604020202020204"/>
              </a:rPr>
              <a:t>Features:</a:t>
            </a:r>
            <a:endParaRPr lang="en-US" sz="2398" b="1" dirty="0">
              <a:solidFill>
                <a:prstClr val="black"/>
              </a:solidFill>
              <a:latin typeface="Arial" panose="020B0604020202020204"/>
            </a:endParaRP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Focal Length Range: -500mm to 333mm</a:t>
            </a: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Current Range: -500 mA to 500 mA</a:t>
            </a: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Control Mechanism: PC via Optotune Lens Driver 4i</a:t>
            </a:r>
            <a:endParaRPr lang="en-US" sz="2398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F823E45-F9BF-0169-B6F5-ED5C954C79B7}"/>
              </a:ext>
            </a:extLst>
          </p:cNvPr>
          <p:cNvSpPr txBox="1"/>
          <p:nvPr/>
        </p:nvSpPr>
        <p:spPr>
          <a:xfrm>
            <a:off x="10894936" y="21586981"/>
            <a:ext cx="7384921" cy="1199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3050" defTabSz="456880">
              <a:buFont typeface="Arial" panose="020B0604020202020204" pitchFamily="34" charset="0"/>
              <a:buChar char="•"/>
            </a:pPr>
            <a:r>
              <a:rPr lang="en-US" altLang="ja-JP" sz="2398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Our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assembled light sheet imaging </a:t>
            </a:r>
            <a:r>
              <a:rPr lang="en-US" altLang="ja-JP" sz="2398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system will be applied for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structural </a:t>
            </a:r>
            <a:r>
              <a:rPr lang="en-US" altLang="ja-JP" sz="2398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imaging of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cleared mouse and rabbit hearts</a:t>
            </a:r>
            <a:r>
              <a:rPr lang="en-US" altLang="ja-JP" sz="2398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.     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68A875F-6603-D02B-B4B0-9214588D8493}"/>
              </a:ext>
            </a:extLst>
          </p:cNvPr>
          <p:cNvSpPr txBox="1"/>
          <p:nvPr/>
        </p:nvSpPr>
        <p:spPr>
          <a:xfrm>
            <a:off x="10851331" y="22686611"/>
            <a:ext cx="7576691" cy="1199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2786" indent="-322786" defTabSz="456880">
              <a:buFont typeface="Arial" panose="020B0604020202020204" pitchFamily="34" charset="0"/>
              <a:buChar char="•"/>
            </a:pP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Aim is to have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deeper </a:t>
            </a:r>
            <a:r>
              <a:rPr lang="en-US" altLang="ja-JP" sz="2398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understanding of cardiac </a:t>
            </a:r>
            <a:r>
              <a:rPr lang="en-US" altLang="ja-JP" sz="23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structure through use of imaging system in association with tissue clearing protocols.</a:t>
            </a:r>
            <a:endParaRPr lang="en-US" altLang="ja-JP" sz="2398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322871" y="15295651"/>
            <a:ext cx="3472425" cy="809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/>
            <a:r>
              <a:rPr lang="en-US" altLang="ja-JP" sz="4660" b="1" u="sng" dirty="0" smtClean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Zoom Body</a:t>
            </a:r>
            <a:endParaRPr lang="en-US" altLang="ja-JP" sz="4660" b="1" u="sng" dirty="0">
              <a:solidFill>
                <a:prstClr val="white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2" name="正方形/長方形 12"/>
          <p:cNvSpPr/>
          <p:nvPr/>
        </p:nvSpPr>
        <p:spPr>
          <a:xfrm>
            <a:off x="301784" y="8917063"/>
            <a:ext cx="5375446" cy="809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6880"/>
            <a:r>
              <a:rPr lang="en-US" altLang="ja-JP" sz="4660" b="1" u="sng" dirty="0" smtClean="0">
                <a:solidFill>
                  <a:prstClr val="white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 Alignment</a:t>
            </a:r>
            <a:endParaRPr lang="en-US" altLang="ja-JP" sz="4660" b="1" u="sng" dirty="0">
              <a:solidFill>
                <a:prstClr val="white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" name="正方形/長方形 95">
            <a:extLst>
              <a:ext uri="{FF2B5EF4-FFF2-40B4-BE49-F238E27FC236}">
                <a16:creationId xmlns:a16="http://schemas.microsoft.com/office/drawing/2014/main" id="{EEA2EBD2-47F0-DA21-4DD0-9971489E94D2}"/>
              </a:ext>
            </a:extLst>
          </p:cNvPr>
          <p:cNvSpPr/>
          <p:nvPr/>
        </p:nvSpPr>
        <p:spPr>
          <a:xfrm>
            <a:off x="10780773" y="28990423"/>
            <a:ext cx="10155082" cy="1035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456880"/>
            <a:r>
              <a:rPr lang="en-US" altLang="ja-JP" sz="1999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[1] 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Giardini, </a:t>
            </a:r>
            <a:r>
              <a:rPr lang="en-US" altLang="ja-JP" sz="1999" i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et al. </a:t>
            </a:r>
            <a:r>
              <a:rPr lang="en-US" altLang="ja-JP" sz="1999" i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Journal of Visualized Experiments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176 </a:t>
            </a:r>
            <a:r>
              <a:rPr lang="en-US" altLang="ja-JP" sz="1999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(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2021): 62795.</a:t>
            </a:r>
            <a:endParaRPr lang="en-US" altLang="ja-JP" sz="1999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defTabSz="456880"/>
            <a:r>
              <a:rPr lang="en-US" altLang="ja-JP" sz="1999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[2] 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Voight, </a:t>
            </a:r>
            <a:r>
              <a:rPr lang="en-US" altLang="ja-JP" sz="1999" i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et al. </a:t>
            </a:r>
            <a:r>
              <a:rPr lang="en-US" altLang="ja-JP" sz="1999" i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Natural Methods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16.11 </a:t>
            </a:r>
            <a:r>
              <a:rPr lang="en-US" altLang="ja-JP" sz="1999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(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2019): 1105-8.</a:t>
            </a:r>
          </a:p>
          <a:p>
            <a:pPr defTabSz="456880"/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[3] Dean, </a:t>
            </a:r>
            <a:r>
              <a:rPr lang="en-US" altLang="ja-JP" sz="1999" i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et al. Nature Protocols 17.9 </a:t>
            </a:r>
            <a:r>
              <a:rPr lang="en-US" altLang="ja-JP" sz="1999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(2022): 2025-2053.</a:t>
            </a:r>
            <a:endParaRPr lang="en-US" altLang="ja-JP" sz="1999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72" name="テキスト ボックス 69">
            <a:extLst>
              <a:ext uri="{FF2B5EF4-FFF2-40B4-BE49-F238E27FC236}">
                <a16:creationId xmlns:a16="http://schemas.microsoft.com/office/drawing/2014/main" id="{6E3D370C-EE3D-424E-B8E8-B25BEB1D9AC6}"/>
              </a:ext>
            </a:extLst>
          </p:cNvPr>
          <p:cNvSpPr txBox="1"/>
          <p:nvPr/>
        </p:nvSpPr>
        <p:spPr>
          <a:xfrm>
            <a:off x="414407" y="16207443"/>
            <a:ext cx="9945383" cy="522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880"/>
            <a:r>
              <a:rPr lang="en-US" altLang="ja-JP" sz="2798" b="1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Olympus MVX-10 Zoom Body + </a:t>
            </a:r>
            <a:r>
              <a:rPr lang="en-US" altLang="ja-JP" sz="2798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MVPLAP01x Objective</a:t>
            </a:r>
            <a:endParaRPr lang="ja-JP" altLang="en-US" sz="2798" b="1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525101-5104-43B6-CCD6-21FAB823BB92}"/>
              </a:ext>
            </a:extLst>
          </p:cNvPr>
          <p:cNvSpPr txBox="1"/>
          <p:nvPr/>
        </p:nvSpPr>
        <p:spPr>
          <a:xfrm>
            <a:off x="519175" y="16771207"/>
            <a:ext cx="6110526" cy="1937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6880"/>
            <a:r>
              <a:rPr lang="en-US" sz="2398" b="1" dirty="0" smtClean="0">
                <a:solidFill>
                  <a:prstClr val="black"/>
                </a:solidFill>
                <a:latin typeface="Arial" panose="020B0604020202020204"/>
              </a:rPr>
              <a:t>Features:</a:t>
            </a:r>
            <a:endParaRPr lang="en-US" sz="2398" b="1" dirty="0">
              <a:solidFill>
                <a:prstClr val="black"/>
              </a:solidFill>
              <a:latin typeface="Arial" panose="020B0604020202020204"/>
            </a:endParaRP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Magnification Range</a:t>
            </a:r>
            <a:r>
              <a:rPr lang="en-US" sz="2398" dirty="0">
                <a:solidFill>
                  <a:prstClr val="black"/>
                </a:solidFill>
                <a:latin typeface="Arial" panose="020B0604020202020204"/>
              </a:rPr>
              <a:t>: </a:t>
            </a:r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x0.8-x6.3</a:t>
            </a: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Objective Numerical Aperture: 0.25</a:t>
            </a: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Objective Magnification: x1.0</a:t>
            </a:r>
            <a:endParaRPr lang="en-US" sz="2398" dirty="0">
              <a:solidFill>
                <a:prstClr val="black"/>
              </a:solidFill>
              <a:latin typeface="Arial" panose="020B0604020202020204"/>
            </a:endParaRPr>
          </a:p>
          <a:p>
            <a:pPr defTabSz="456880"/>
            <a:r>
              <a:rPr lang="en-US" sz="2398" dirty="0" smtClean="0">
                <a:solidFill>
                  <a:prstClr val="black"/>
                </a:solidFill>
                <a:latin typeface="Arial" panose="020B0604020202020204"/>
              </a:rPr>
              <a:t>Control Mechanism: PC via servo </a:t>
            </a:r>
            <a:endParaRPr lang="en-US" sz="2398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78" name="四角形: 角を丸くする 302">
            <a:extLst>
              <a:ext uri="{FF2B5EF4-FFF2-40B4-BE49-F238E27FC236}">
                <a16:creationId xmlns:a16="http://schemas.microsoft.com/office/drawing/2014/main" id="{45082420-7ABA-4A08-A590-A527D6BBCFC1}"/>
              </a:ext>
            </a:extLst>
          </p:cNvPr>
          <p:cNvSpPr/>
          <p:nvPr/>
        </p:nvSpPr>
        <p:spPr>
          <a:xfrm>
            <a:off x="544683" y="23370017"/>
            <a:ext cx="4323138" cy="284374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456880"/>
            <a:r>
              <a:rPr lang="en-GB" altLang="ja-JP" sz="24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Figure 3</a:t>
            </a:r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: </a:t>
            </a:r>
            <a:endParaRPr lang="en-GB" altLang="ja-JP" sz="2000" b="1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273050" indent="-273050" defTabSz="456880"/>
            <a:r>
              <a:rPr lang="en-GB" altLang="ja-JP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a)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Diagram of experimental set up and components.</a:t>
            </a:r>
          </a:p>
          <a:p>
            <a:pPr defTabSz="456880"/>
            <a:r>
              <a:rPr lang="en-GB" altLang="ja-JP" b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b</a:t>
            </a:r>
            <a:r>
              <a:rPr lang="en-GB" altLang="ja-JP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-c)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Images of experiment setup.</a:t>
            </a:r>
            <a:endParaRPr lang="en-GB" altLang="ja-JP" b="1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273050" indent="-273050" defTabSz="456880"/>
            <a:r>
              <a:rPr lang="en-GB" altLang="ja-JP" b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d</a:t>
            </a:r>
            <a:r>
              <a:rPr lang="en-GB" altLang="ja-JP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)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Plot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of contrast vs lateral distances for x0.8 – x6.3 magnification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settings with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TDE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solution medium.</a:t>
            </a:r>
          </a:p>
          <a:p>
            <a:pPr marL="273050" indent="-273050" defTabSz="456880"/>
            <a:r>
              <a:rPr lang="en-GB" altLang="ja-JP" b="1" dirty="0" smtClean="0">
                <a:solidFill>
                  <a:prstClr val="black"/>
                </a:solidFill>
              </a:rPr>
              <a:t>e) </a:t>
            </a:r>
            <a:r>
              <a:rPr lang="en-GB" altLang="ja-JP" dirty="0" smtClean="0">
                <a:solidFill>
                  <a:prstClr val="black"/>
                </a:solidFill>
              </a:rPr>
              <a:t>16-bit image of Siemen star target obtained for use in calculation of contrast transfer function (CTF)</a:t>
            </a:r>
            <a:endParaRPr lang="ja-JP" altLang="en-US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80" name="四角形: 角を丸くする 302">
            <a:extLst>
              <a:ext uri="{FF2B5EF4-FFF2-40B4-BE49-F238E27FC236}">
                <a16:creationId xmlns:a16="http://schemas.microsoft.com/office/drawing/2014/main" id="{45082420-7ABA-4A08-A590-A527D6BBCFC1}"/>
              </a:ext>
            </a:extLst>
          </p:cNvPr>
          <p:cNvSpPr/>
          <p:nvPr/>
        </p:nvSpPr>
        <p:spPr>
          <a:xfrm>
            <a:off x="17971636" y="5067221"/>
            <a:ext cx="2878185" cy="337188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456880"/>
            <a:r>
              <a:rPr lang="en-GB" altLang="ja-JP" sz="24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Figure 1</a:t>
            </a:r>
            <a:r>
              <a:rPr lang="en-GB" altLang="ja-JP" sz="2498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:</a:t>
            </a:r>
          </a:p>
          <a:p>
            <a:pPr marL="352425" indent="-352425" defTabSz="456880"/>
            <a:r>
              <a:rPr lang="en-GB" altLang="ja-JP" sz="2498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a)</a:t>
            </a:r>
            <a:r>
              <a:rPr lang="en-GB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mesoSPIM v7  setup [2]</a:t>
            </a:r>
          </a:p>
          <a:p>
            <a:pPr defTabSz="456880"/>
            <a:endParaRPr lang="en-GB" altLang="ja-JP" sz="1200" dirty="0" smtClean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625475" indent="-625475" defTabSz="456880"/>
            <a:r>
              <a:rPr lang="en-GB" altLang="ja-JP" sz="2498" b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b</a:t>
            </a:r>
            <a:r>
              <a:rPr lang="en-GB" altLang="ja-JP" sz="2498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-c)</a:t>
            </a:r>
            <a:r>
              <a:rPr lang="en-GB" altLang="ja-JP" sz="2498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CLARITY cleared murine heart sample before (a) and after (b) clearing protocol [1]</a:t>
            </a:r>
            <a:endParaRPr lang="ja-JP" altLang="en-US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89" name="四角形: 角を丸くする 181">
            <a:extLst>
              <a:ext uri="{FF2B5EF4-FFF2-40B4-BE49-F238E27FC236}">
                <a16:creationId xmlns:a16="http://schemas.microsoft.com/office/drawing/2014/main" id="{4C9A6873-C57E-4A8B-B2D2-764D8647CF4D}"/>
              </a:ext>
            </a:extLst>
          </p:cNvPr>
          <p:cNvSpPr/>
          <p:nvPr/>
        </p:nvSpPr>
        <p:spPr>
          <a:xfrm>
            <a:off x="10945500" y="12231524"/>
            <a:ext cx="9812613" cy="1834439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456880">
              <a:buFont typeface="Arial" panose="020B0604020202020204" pitchFamily="34" charset="0"/>
              <a:buChar char="•"/>
            </a:pPr>
            <a:endParaRPr lang="en-GB" altLang="ja-JP" sz="2800" baseline="30000" dirty="0" smtClean="0">
              <a:solidFill>
                <a:prstClr val="black"/>
              </a:solidFill>
            </a:endParaRP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800" baseline="30000" dirty="0" smtClean="0">
                <a:solidFill>
                  <a:prstClr val="black"/>
                </a:solidFill>
              </a:rPr>
              <a:t>Optotune ETLs were</a:t>
            </a:r>
            <a:r>
              <a:rPr lang="en-GB" altLang="ja-JP" sz="2800" dirty="0">
                <a:solidFill>
                  <a:prstClr val="black"/>
                </a:solidFill>
              </a:rPr>
              <a:t> </a:t>
            </a:r>
            <a:r>
              <a:rPr lang="en-GB" altLang="ja-JP" sz="2800" baseline="30000" dirty="0" smtClean="0">
                <a:solidFill>
                  <a:prstClr val="black"/>
                </a:solidFill>
              </a:rPr>
              <a:t>characterised using </a:t>
            </a:r>
            <a:r>
              <a:rPr lang="en-GB" altLang="ja-JP" sz="2800" baseline="30000" dirty="0">
                <a:solidFill>
                  <a:prstClr val="black"/>
                </a:solidFill>
              </a:rPr>
              <a:t>digital </a:t>
            </a:r>
            <a:r>
              <a:rPr lang="en-GB" altLang="ja-JP" sz="2800" baseline="30000" dirty="0" smtClean="0">
                <a:solidFill>
                  <a:prstClr val="black"/>
                </a:solidFill>
              </a:rPr>
              <a:t>inputs </a:t>
            </a:r>
            <a:r>
              <a:rPr lang="en-GB" altLang="ja-JP" sz="2800" baseline="30000" dirty="0">
                <a:solidFill>
                  <a:prstClr val="black"/>
                </a:solidFill>
              </a:rPr>
              <a:t>from their proprietary software to check for offset and/or </a:t>
            </a:r>
            <a:r>
              <a:rPr lang="en-GB" altLang="ja-JP" sz="2800" baseline="30000" dirty="0" smtClean="0">
                <a:solidFill>
                  <a:prstClr val="black"/>
                </a:solidFill>
              </a:rPr>
              <a:t>drift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ETL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permits user control by setting focal power for each lens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directly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or by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setting current sent to each lens.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Focal Power control using Current setting required zero offset of voltage (2.2884V for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right side ETL,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1.9394V for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left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side </a:t>
            </a:r>
            <a:r>
              <a:rPr lang="en-GB" altLang="ja-JP" sz="2800" baseline="300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ETL)</a:t>
            </a:r>
            <a:endParaRPr lang="en-GB" altLang="ja-JP" sz="2800" baseline="30000" dirty="0" smtClean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endParaRPr lang="ja-JP" altLang="en-US" sz="2800" baseline="30000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sp>
        <p:nvSpPr>
          <p:cNvPr id="90" name="四角形: 角を丸くする 181">
            <a:extLst>
              <a:ext uri="{FF2B5EF4-FFF2-40B4-BE49-F238E27FC236}">
                <a16:creationId xmlns:a16="http://schemas.microsoft.com/office/drawing/2014/main" id="{4C9A6873-C57E-4A8B-B2D2-764D8647CF4D}"/>
              </a:ext>
            </a:extLst>
          </p:cNvPr>
          <p:cNvSpPr/>
          <p:nvPr/>
        </p:nvSpPr>
        <p:spPr>
          <a:xfrm>
            <a:off x="519175" y="18794492"/>
            <a:ext cx="9797332" cy="2063067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Siemens Star target suspended in cuvette filled with 68% TDE solution 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LED light and diffuser positioned to capture pixel data without saturation.</a:t>
            </a: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Teledyne Photometrics Kinetix </a:t>
            </a:r>
            <a:r>
              <a:rPr lang="en-GB" altLang="ja-JP" sz="2200" dirty="0" err="1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sCMOS</a:t>
            </a: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Camera used to capture 16-bit images with 6.5µm x 6.5</a:t>
            </a:r>
            <a:r>
              <a:rPr lang="en-GB" altLang="ja-JP" sz="2200" dirty="0">
                <a:solidFill>
                  <a:prstClr val="black"/>
                </a:solidFill>
              </a:rPr>
              <a:t>µm</a:t>
            </a: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 pixel size </a:t>
            </a:r>
            <a:endParaRPr lang="en-GB" altLang="ja-JP" sz="2200" dirty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  <a:p>
            <a:pPr marL="342900" indent="-342900" defTabSz="456880">
              <a:buFont typeface="Arial" panose="020B0604020202020204" pitchFamily="34" charset="0"/>
              <a:buChar char="•"/>
            </a:pP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Imaging data recorded for all </a:t>
            </a: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listed magnification </a:t>
            </a:r>
            <a:r>
              <a:rPr lang="en-GB" altLang="ja-JP" sz="2200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settings available for zoom body.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525101-5104-43B6-CCD6-21FAB823BB92}"/>
              </a:ext>
            </a:extLst>
          </p:cNvPr>
          <p:cNvSpPr txBox="1"/>
          <p:nvPr/>
        </p:nvSpPr>
        <p:spPr>
          <a:xfrm>
            <a:off x="532303" y="10450400"/>
            <a:ext cx="3741666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456880"/>
            <a:r>
              <a:rPr lang="en-US" sz="2400" b="1" dirty="0" smtClean="0">
                <a:solidFill>
                  <a:prstClr val="black"/>
                </a:solidFill>
                <a:latin typeface="Arial" panose="020B0604020202020204"/>
              </a:rPr>
              <a:t>Features:</a:t>
            </a:r>
          </a:p>
          <a:p>
            <a:pPr defTabSz="456880"/>
            <a:r>
              <a:rPr lang="en-US" sz="2000" dirty="0">
                <a:solidFill>
                  <a:prstClr val="black"/>
                </a:solidFill>
              </a:rPr>
              <a:t>Installed Laser Lines: 1 (6 max)</a:t>
            </a:r>
          </a:p>
          <a:p>
            <a:pPr defTabSz="456880"/>
            <a:r>
              <a:rPr lang="en-US" sz="2000" dirty="0">
                <a:solidFill>
                  <a:prstClr val="black"/>
                </a:solidFill>
              </a:rPr>
              <a:t>Laser Line Wavelength: 488nm</a:t>
            </a:r>
          </a:p>
          <a:p>
            <a:pPr defTabSz="456880"/>
            <a:r>
              <a:rPr lang="en-US" sz="2000" dirty="0" smtClean="0">
                <a:solidFill>
                  <a:prstClr val="black"/>
                </a:solidFill>
                <a:latin typeface="Arial" panose="020B0604020202020204"/>
              </a:rPr>
              <a:t>Max Power: 100mW</a:t>
            </a:r>
          </a:p>
          <a:p>
            <a:pPr defTabSz="456880"/>
            <a:r>
              <a:rPr lang="en-US" sz="2000" dirty="0" smtClean="0">
                <a:solidFill>
                  <a:prstClr val="black"/>
                </a:solidFill>
                <a:latin typeface="Arial" panose="020B0604020202020204"/>
              </a:rPr>
              <a:t>Fiber Lines: 2, 50/50 Split</a:t>
            </a:r>
            <a:endParaRPr lang="en-US" sz="2000" dirty="0">
              <a:solidFill>
                <a:prstClr val="black"/>
              </a:solidFill>
              <a:latin typeface="Arial" panose="020B0604020202020204"/>
            </a:endParaRPr>
          </a:p>
        </p:txBody>
      </p:sp>
      <p:grpSp>
        <p:nvGrpSpPr>
          <p:cNvPr id="224" name="Group 223"/>
          <p:cNvGrpSpPr/>
          <p:nvPr/>
        </p:nvGrpSpPr>
        <p:grpSpPr>
          <a:xfrm>
            <a:off x="10760678" y="24822191"/>
            <a:ext cx="10106340" cy="3407949"/>
            <a:chOff x="10777428" y="24932578"/>
            <a:chExt cx="10106340" cy="3407949"/>
          </a:xfrm>
        </p:grpSpPr>
        <p:sp>
          <p:nvSpPr>
            <p:cNvPr id="20" name="正方形/長方形 95">
              <a:extLst>
                <a:ext uri="{FF2B5EF4-FFF2-40B4-BE49-F238E27FC236}">
                  <a16:creationId xmlns:a16="http://schemas.microsoft.com/office/drawing/2014/main" id="{3F2D7732-8144-558E-48E1-95C958B93B3E}"/>
                </a:ext>
              </a:extLst>
            </p:cNvPr>
            <p:cNvSpPr/>
            <p:nvPr/>
          </p:nvSpPr>
          <p:spPr>
            <a:xfrm>
              <a:off x="10777428" y="24932578"/>
              <a:ext cx="10106340" cy="34079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456880"/>
              <a:endParaRPr lang="en-GB" altLang="ja-JP" sz="2259" b="1" dirty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1004" y="25141057"/>
              <a:ext cx="4727434" cy="1475691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19299" y="26871814"/>
              <a:ext cx="4267562" cy="107133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43703" y="25358790"/>
              <a:ext cx="4634264" cy="118583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/>
            <a:srcRect t="21165" b="24853"/>
            <a:stretch/>
          </p:blipFill>
          <p:spPr>
            <a:xfrm>
              <a:off x="16225453" y="26572481"/>
              <a:ext cx="4402489" cy="1401551"/>
            </a:xfrm>
            <a:prstGeom prst="rect">
              <a:avLst/>
            </a:prstGeom>
          </p:spPr>
        </p:pic>
      </p:grpSp>
      <p:grpSp>
        <p:nvGrpSpPr>
          <p:cNvPr id="307" name="Group 306"/>
          <p:cNvGrpSpPr/>
          <p:nvPr/>
        </p:nvGrpSpPr>
        <p:grpSpPr>
          <a:xfrm>
            <a:off x="512423" y="20885415"/>
            <a:ext cx="9974092" cy="2477774"/>
            <a:chOff x="610545" y="20962505"/>
            <a:chExt cx="9781036" cy="2743271"/>
          </a:xfrm>
        </p:grpSpPr>
        <p:cxnSp>
          <p:nvCxnSpPr>
            <p:cNvPr id="77" name="Straight Connector 76"/>
            <p:cNvCxnSpPr/>
            <p:nvPr/>
          </p:nvCxnSpPr>
          <p:spPr>
            <a:xfrm flipH="1">
              <a:off x="1637356" y="22586183"/>
              <a:ext cx="903342" cy="7814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endCxn id="60" idx="3"/>
            </p:cNvCxnSpPr>
            <p:nvPr/>
          </p:nvCxnSpPr>
          <p:spPr>
            <a:xfrm flipH="1">
              <a:off x="1373218" y="22205463"/>
              <a:ext cx="477923" cy="64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endCxn id="120" idx="3"/>
            </p:cNvCxnSpPr>
            <p:nvPr/>
          </p:nvCxnSpPr>
          <p:spPr>
            <a:xfrm>
              <a:off x="1787334" y="21748415"/>
              <a:ext cx="1126019" cy="294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H="1">
              <a:off x="4609397" y="21543377"/>
              <a:ext cx="356546" cy="4402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5501063" y="22818005"/>
              <a:ext cx="6686" cy="5530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7489047" y="21605241"/>
              <a:ext cx="242837" cy="3254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9395225" y="21983615"/>
              <a:ext cx="356546" cy="4402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306" name="Group 305"/>
            <p:cNvGrpSpPr/>
            <p:nvPr/>
          </p:nvGrpSpPr>
          <p:grpSpPr>
            <a:xfrm>
              <a:off x="610545" y="20962505"/>
              <a:ext cx="9781036" cy="2743271"/>
              <a:chOff x="588204" y="20961062"/>
              <a:chExt cx="9781036" cy="2743271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1115686" y="23316536"/>
                <a:ext cx="1157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Diffuser</a:t>
                </a:r>
                <a:endParaRPr lang="en-GB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88204" y="21944886"/>
                <a:ext cx="7626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LED</a:t>
                </a:r>
              </a:p>
              <a:p>
                <a:r>
                  <a:rPr lang="en-GB" dirty="0" smtClean="0"/>
                  <a:t>Light</a:t>
                </a:r>
                <a:endParaRPr lang="en-GB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2542817" y="23306958"/>
                <a:ext cx="21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Siemen Star Target</a:t>
                </a:r>
                <a:endParaRPr lang="en-GB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642348" y="20961062"/>
                <a:ext cx="16322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Olympus x1 Objective</a:t>
                </a:r>
                <a:endParaRPr lang="en-GB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182431" y="23316536"/>
                <a:ext cx="2376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Olympus Zoom Body</a:t>
                </a:r>
                <a:endParaRPr lang="en-GB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2417873" y="21048613"/>
                <a:ext cx="20926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TDE/H</a:t>
                </a:r>
                <a:r>
                  <a:rPr lang="en-GB" baseline="-25000" dirty="0" smtClean="0"/>
                  <a:t>2</a:t>
                </a:r>
                <a:r>
                  <a:rPr lang="en-GB" dirty="0" smtClean="0"/>
                  <a:t>O Solution</a:t>
                </a:r>
                <a:endParaRPr lang="en-GB" dirty="0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7033885" y="21233279"/>
                <a:ext cx="1672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Lens Tubing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9212230" y="21046357"/>
                <a:ext cx="115701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smtClean="0"/>
                  <a:t>Teledyne Kinetix Camera</a:t>
                </a:r>
                <a:endParaRPr lang="en-GB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272354" y="21420575"/>
                <a:ext cx="11570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Cuvette</a:t>
                </a:r>
                <a:endParaRPr lang="en-GB" dirty="0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7719762" y="23295427"/>
                <a:ext cx="2429777" cy="408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Tube Lens, f = 180mm</a:t>
                </a:r>
                <a:endParaRPr lang="en-GB" dirty="0" smtClean="0"/>
              </a:p>
            </p:txBody>
          </p:sp>
          <p:grpSp>
            <p:nvGrpSpPr>
              <p:cNvPr id="111" name="Group 110"/>
              <p:cNvGrpSpPr/>
              <p:nvPr/>
            </p:nvGrpSpPr>
            <p:grpSpPr>
              <a:xfrm>
                <a:off x="1577147" y="21445801"/>
                <a:ext cx="7818078" cy="1725701"/>
                <a:chOff x="0" y="0"/>
                <a:chExt cx="6882781" cy="1519558"/>
              </a:xfrm>
            </p:grpSpPr>
            <p:pic>
              <p:nvPicPr>
                <p:cNvPr id="112" name="Picture 111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2247"/>
                <a:stretch/>
              </p:blipFill>
              <p:spPr bwMode="auto">
                <a:xfrm>
                  <a:off x="5621036" y="33658"/>
                  <a:ext cx="1261745" cy="14859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113" name="Can 112"/>
                <p:cNvSpPr/>
                <p:nvPr/>
              </p:nvSpPr>
              <p:spPr>
                <a:xfrm rot="16200000">
                  <a:off x="4919809" y="56098"/>
                  <a:ext cx="695450" cy="1424305"/>
                </a:xfrm>
                <a:prstGeom prst="can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14" name="Straight Connector 113"/>
                <p:cNvCxnSpPr/>
                <p:nvPr/>
              </p:nvCxnSpPr>
              <p:spPr>
                <a:xfrm>
                  <a:off x="1183671" y="970498"/>
                  <a:ext cx="814401" cy="4978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5" name="Group 114"/>
                <p:cNvGrpSpPr/>
                <p:nvPr/>
              </p:nvGrpSpPr>
              <p:grpSpPr>
                <a:xfrm>
                  <a:off x="1161232" y="95366"/>
                  <a:ext cx="812800" cy="880110"/>
                  <a:chOff x="0" y="0"/>
                  <a:chExt cx="1071428" cy="1228725"/>
                </a:xfrm>
                <a:solidFill>
                  <a:schemeClr val="bg1"/>
                </a:solidFill>
              </p:grpSpPr>
              <p:sp>
                <p:nvSpPr>
                  <p:cNvPr id="146" name="L-Shape 145"/>
                  <p:cNvSpPr/>
                  <p:nvPr/>
                </p:nvSpPr>
                <p:spPr>
                  <a:xfrm>
                    <a:off x="0" y="0"/>
                    <a:ext cx="923925" cy="1228725"/>
                  </a:xfrm>
                  <a:prstGeom prst="corner">
                    <a:avLst>
                      <a:gd name="adj1" fmla="val 13917"/>
                      <a:gd name="adj2" fmla="val 15511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147" name="L-Shape 146"/>
                  <p:cNvSpPr/>
                  <p:nvPr/>
                </p:nvSpPr>
                <p:spPr>
                  <a:xfrm flipH="1">
                    <a:off x="142873" y="0"/>
                    <a:ext cx="928555" cy="1228725"/>
                  </a:xfrm>
                  <a:prstGeom prst="corner">
                    <a:avLst>
                      <a:gd name="adj1" fmla="val 15590"/>
                      <a:gd name="adj2" fmla="val 13911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116" name="Parallelogram 115"/>
                <p:cNvSpPr/>
                <p:nvPr/>
              </p:nvSpPr>
              <p:spPr>
                <a:xfrm rot="5400000">
                  <a:off x="1438918" y="530127"/>
                  <a:ext cx="1305560" cy="440690"/>
                </a:xfrm>
                <a:prstGeom prst="parallelogram">
                  <a:avLst>
                    <a:gd name="adj" fmla="val 96079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17" name="Cube 116"/>
                <p:cNvSpPr/>
                <p:nvPr/>
              </p:nvSpPr>
              <p:spPr>
                <a:xfrm rot="16200000">
                  <a:off x="1217330" y="224393"/>
                  <a:ext cx="1134745" cy="1045210"/>
                </a:xfrm>
                <a:prstGeom prst="cube">
                  <a:avLst>
                    <a:gd name="adj" fmla="val 40711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18" name="Trapezoid 117"/>
                <p:cNvSpPr/>
                <p:nvPr/>
              </p:nvSpPr>
              <p:spPr>
                <a:xfrm rot="16200000">
                  <a:off x="1820386" y="614274"/>
                  <a:ext cx="353651" cy="255905"/>
                </a:xfrm>
                <a:prstGeom prst="trapezoid">
                  <a:avLst>
                    <a:gd name="adj" fmla="val 10709"/>
                  </a:avLst>
                </a:prstGeom>
                <a:noFill/>
                <a:ln w="28575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2120511" y="566591"/>
                  <a:ext cx="45719" cy="356511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20" name="Parallelogram 119"/>
                <p:cNvSpPr/>
                <p:nvPr/>
              </p:nvSpPr>
              <p:spPr>
                <a:xfrm rot="5400000">
                  <a:off x="726471" y="518908"/>
                  <a:ext cx="1292861" cy="432435"/>
                </a:xfrm>
                <a:prstGeom prst="parallelogram">
                  <a:avLst>
                    <a:gd name="adj" fmla="val 97463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21" name="Parallelogram 120"/>
                <p:cNvSpPr/>
                <p:nvPr/>
              </p:nvSpPr>
              <p:spPr>
                <a:xfrm rot="5400000">
                  <a:off x="1548309" y="521712"/>
                  <a:ext cx="1280957" cy="423868"/>
                </a:xfrm>
                <a:prstGeom prst="parallelogram">
                  <a:avLst>
                    <a:gd name="adj" fmla="val 93061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22" name="Cube 121"/>
                <p:cNvSpPr/>
                <p:nvPr/>
              </p:nvSpPr>
              <p:spPr>
                <a:xfrm rot="16200000">
                  <a:off x="1444528" y="502078"/>
                  <a:ext cx="802282" cy="258445"/>
                </a:xfrm>
                <a:prstGeom prst="cube">
                  <a:avLst>
                    <a:gd name="adj" fmla="val 57559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23" name="Parallelogram 122"/>
                <p:cNvSpPr/>
                <p:nvPr/>
              </p:nvSpPr>
              <p:spPr>
                <a:xfrm rot="5400000">
                  <a:off x="858302" y="493664"/>
                  <a:ext cx="1223301" cy="419100"/>
                </a:xfrm>
                <a:prstGeom prst="parallelogram">
                  <a:avLst>
                    <a:gd name="adj" fmla="val 99270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24" name="Straight Connector 123"/>
                <p:cNvCxnSpPr/>
                <p:nvPr/>
              </p:nvCxnSpPr>
              <p:spPr>
                <a:xfrm flipH="1" flipV="1">
                  <a:off x="1879288" y="880741"/>
                  <a:ext cx="414061" cy="403907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 flipH="1" flipV="1">
                  <a:off x="1290258" y="880741"/>
                  <a:ext cx="58903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flipH="1" flipV="1">
                  <a:off x="1716604" y="364638"/>
                  <a:ext cx="162684" cy="162684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 flipH="1" flipV="1">
                  <a:off x="1868069" y="516103"/>
                  <a:ext cx="105963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Cube 127"/>
                <p:cNvSpPr/>
                <p:nvPr/>
              </p:nvSpPr>
              <p:spPr>
                <a:xfrm rot="16200000">
                  <a:off x="1705384" y="241222"/>
                  <a:ext cx="280962" cy="258445"/>
                </a:xfrm>
                <a:prstGeom prst="cube">
                  <a:avLst>
                    <a:gd name="adj" fmla="val 57559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31" name="Trapezoid 130"/>
                <p:cNvSpPr/>
                <p:nvPr/>
              </p:nvSpPr>
              <p:spPr>
                <a:xfrm rot="16200000">
                  <a:off x="1419283" y="538543"/>
                  <a:ext cx="269240" cy="410444"/>
                </a:xfrm>
                <a:prstGeom prst="trapezoid">
                  <a:avLst>
                    <a:gd name="adj" fmla="val 11723"/>
                  </a:avLst>
                </a:prstGeom>
                <a:noFill/>
                <a:ln w="28575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endParaRPr lang="en-GB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2" name="Oval 131"/>
                <p:cNvSpPr/>
                <p:nvPr/>
              </p:nvSpPr>
              <p:spPr>
                <a:xfrm>
                  <a:off x="1755873" y="611470"/>
                  <a:ext cx="45719" cy="26903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33" name="Straight Connector 132"/>
                <p:cNvCxnSpPr/>
                <p:nvPr/>
              </p:nvCxnSpPr>
              <p:spPr>
                <a:xfrm flipH="1">
                  <a:off x="1677335" y="611470"/>
                  <a:ext cx="629115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Group 133"/>
                <p:cNvGrpSpPr/>
                <p:nvPr/>
              </p:nvGrpSpPr>
              <p:grpSpPr>
                <a:xfrm>
                  <a:off x="1593183" y="499272"/>
                  <a:ext cx="803915" cy="891541"/>
                  <a:chOff x="-7" y="-1"/>
                  <a:chExt cx="1075416" cy="1228726"/>
                </a:xfrm>
                <a:noFill/>
              </p:grpSpPr>
              <p:sp>
                <p:nvSpPr>
                  <p:cNvPr id="144" name="L-Shape 143"/>
                  <p:cNvSpPr/>
                  <p:nvPr/>
                </p:nvSpPr>
                <p:spPr>
                  <a:xfrm>
                    <a:off x="-7" y="-1"/>
                    <a:ext cx="954146" cy="1228725"/>
                  </a:xfrm>
                  <a:prstGeom prst="corner">
                    <a:avLst>
                      <a:gd name="adj1" fmla="val 13917"/>
                      <a:gd name="adj2" fmla="val 12281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145" name="L-Shape 144"/>
                  <p:cNvSpPr/>
                  <p:nvPr/>
                </p:nvSpPr>
                <p:spPr>
                  <a:xfrm flipH="1">
                    <a:off x="120070" y="0"/>
                    <a:ext cx="955339" cy="1228725"/>
                  </a:xfrm>
                  <a:prstGeom prst="corner">
                    <a:avLst>
                      <a:gd name="adj1" fmla="val 13217"/>
                      <a:gd name="adj2" fmla="val 12370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135" name="Oval 134"/>
                <p:cNvSpPr/>
                <p:nvPr/>
              </p:nvSpPr>
              <p:spPr>
                <a:xfrm>
                  <a:off x="1408064" y="639519"/>
                  <a:ext cx="45719" cy="21250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36" name="Trapezoid 135"/>
                <p:cNvSpPr/>
                <p:nvPr/>
              </p:nvSpPr>
              <p:spPr>
                <a:xfrm rot="16200000">
                  <a:off x="995742" y="502078"/>
                  <a:ext cx="196215" cy="491139"/>
                </a:xfrm>
                <a:prstGeom prst="trapezoid">
                  <a:avLst>
                    <a:gd name="adj" fmla="val 11723"/>
                  </a:avLst>
                </a:prstGeom>
                <a:noFill/>
                <a:ln w="28575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342900" lvl="0" indent="-342900" algn="ctr">
                    <a:lnSpc>
                      <a:spcPct val="115000"/>
                    </a:lnSpc>
                    <a:spcAft>
                      <a:spcPts val="1000"/>
                    </a:spcAft>
                    <a:buFont typeface="Symbol" panose="05050102010706020507" pitchFamily="18" charset="2"/>
                    <a:buBlip>
                      <a:blip r:embed="rId7"/>
                    </a:buBlip>
                    <a:tabLst>
                      <a:tab pos="457200" algn="l"/>
                    </a:tabLst>
                  </a:pPr>
                  <a:endParaRPr lang="en-GB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7" name="Oval 136"/>
                <p:cNvSpPr/>
                <p:nvPr/>
              </p:nvSpPr>
              <p:spPr>
                <a:xfrm>
                  <a:off x="1307087" y="645128"/>
                  <a:ext cx="45719" cy="20701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38" name="Rectangle 137"/>
                <p:cNvSpPr/>
                <p:nvPr/>
              </p:nvSpPr>
              <p:spPr>
                <a:xfrm>
                  <a:off x="4717855" y="488054"/>
                  <a:ext cx="1177835" cy="54483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39" name="Trapezoid 138"/>
                <p:cNvSpPr/>
                <p:nvPr/>
              </p:nvSpPr>
              <p:spPr>
                <a:xfrm rot="5400000">
                  <a:off x="5169419" y="249624"/>
                  <a:ext cx="489907" cy="1019160"/>
                </a:xfrm>
                <a:prstGeom prst="trapezoid">
                  <a:avLst>
                    <a:gd name="adj" fmla="val 27096"/>
                  </a:avLst>
                </a:prstGeom>
                <a:noFill/>
                <a:ln w="28575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342900" lvl="0" indent="-342900" algn="ctr">
                    <a:lnSpc>
                      <a:spcPct val="115000"/>
                    </a:lnSpc>
                    <a:spcAft>
                      <a:spcPts val="1000"/>
                    </a:spcAft>
                    <a:buFont typeface="Symbol" panose="05050102010706020507" pitchFamily="18" charset="2"/>
                    <a:buBlip>
                      <a:blip r:embed="rId7"/>
                    </a:buBlip>
                    <a:tabLst>
                      <a:tab pos="457200" algn="l"/>
                    </a:tabLst>
                  </a:pPr>
                  <a:endParaRPr lang="en-GB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GB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pic>
              <p:nvPicPr>
                <p:cNvPr id="140" name="Picture 139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995" r="18375"/>
                <a:stretch/>
              </p:blipFill>
              <p:spPr bwMode="auto">
                <a:xfrm>
                  <a:off x="2401001" y="0"/>
                  <a:ext cx="2509520" cy="1513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141" name="Picture 140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6729"/>
                <a:stretch/>
              </p:blipFill>
              <p:spPr bwMode="auto">
                <a:xfrm>
                  <a:off x="0" y="241222"/>
                  <a:ext cx="925195" cy="1041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142" name="Oval 141"/>
                <p:cNvSpPr/>
                <p:nvPr/>
              </p:nvSpPr>
              <p:spPr>
                <a:xfrm>
                  <a:off x="4858101" y="482444"/>
                  <a:ext cx="111760" cy="55044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43" name="Oval 142"/>
                <p:cNvSpPr/>
                <p:nvPr/>
              </p:nvSpPr>
              <p:spPr>
                <a:xfrm>
                  <a:off x="5845428" y="493663"/>
                  <a:ext cx="78538" cy="53864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28575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flipH="1">
              <a:off x="3456987" y="22665155"/>
              <a:ext cx="235338" cy="669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endCxn id="117" idx="5"/>
            </p:cNvCxnSpPr>
            <p:nvPr/>
          </p:nvCxnSpPr>
          <p:spPr>
            <a:xfrm>
              <a:off x="3315705" y="21416891"/>
              <a:ext cx="69338" cy="2343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7222359" y="22489532"/>
              <a:ext cx="647700" cy="8058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298" name="Table 2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74853"/>
              </p:ext>
            </p:extLst>
          </p:nvPr>
        </p:nvGraphicFramePr>
        <p:xfrm>
          <a:off x="7122695" y="10402464"/>
          <a:ext cx="3170764" cy="2393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568">
                  <a:extLst>
                    <a:ext uri="{9D8B030D-6E8A-4147-A177-3AD203B41FA5}">
                      <a16:colId xmlns:a16="http://schemas.microsoft.com/office/drawing/2014/main" val="2229055095"/>
                    </a:ext>
                  </a:extLst>
                </a:gridCol>
                <a:gridCol w="786063">
                  <a:extLst>
                    <a:ext uri="{9D8B030D-6E8A-4147-A177-3AD203B41FA5}">
                      <a16:colId xmlns:a16="http://schemas.microsoft.com/office/drawing/2014/main" val="764705134"/>
                    </a:ext>
                  </a:extLst>
                </a:gridCol>
                <a:gridCol w="705853">
                  <a:extLst>
                    <a:ext uri="{9D8B030D-6E8A-4147-A177-3AD203B41FA5}">
                      <a16:colId xmlns:a16="http://schemas.microsoft.com/office/drawing/2014/main" val="2614605187"/>
                    </a:ext>
                  </a:extLst>
                </a:gridCol>
                <a:gridCol w="700280">
                  <a:extLst>
                    <a:ext uri="{9D8B030D-6E8A-4147-A177-3AD203B41FA5}">
                      <a16:colId xmlns:a16="http://schemas.microsoft.com/office/drawing/2014/main" val="3114079117"/>
                    </a:ext>
                  </a:extLst>
                </a:gridCol>
              </a:tblGrid>
              <a:tr h="976992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Alignment</a:t>
                      </a:r>
                    </a:p>
                    <a:p>
                      <a:r>
                        <a:rPr lang="en-GB" sz="1200" baseline="0" dirty="0" smtClean="0"/>
                        <a:t>Attempt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 smtClean="0"/>
                        <a:t>Initial Line Output</a:t>
                      </a:r>
                    </a:p>
                    <a:p>
                      <a:r>
                        <a:rPr lang="en-GB" sz="1200" baseline="0" dirty="0" smtClean="0"/>
                        <a:t>(</a:t>
                      </a:r>
                      <a:r>
                        <a:rPr lang="en-GB" sz="1200" baseline="0" dirty="0" err="1" smtClean="0"/>
                        <a:t>mW</a:t>
                      </a:r>
                      <a:r>
                        <a:rPr lang="en-GB" sz="1200" baseline="0" dirty="0" smtClean="0"/>
                        <a:t>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Fibre 1 Power Output</a:t>
                      </a:r>
                    </a:p>
                    <a:p>
                      <a:r>
                        <a:rPr lang="en-GB" sz="1200" dirty="0" smtClean="0"/>
                        <a:t>(</a:t>
                      </a:r>
                      <a:r>
                        <a:rPr lang="en-GB" sz="1200" dirty="0" err="1" smtClean="0"/>
                        <a:t>mW</a:t>
                      </a:r>
                      <a:r>
                        <a:rPr lang="en-GB" sz="1200" dirty="0" smtClean="0"/>
                        <a:t>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Fibre</a:t>
                      </a:r>
                      <a:r>
                        <a:rPr lang="en-GB" sz="1200" baseline="0" dirty="0" smtClean="0"/>
                        <a:t> 2</a:t>
                      </a:r>
                    </a:p>
                    <a:p>
                      <a:r>
                        <a:rPr lang="en-GB" sz="1200" baseline="0" dirty="0" smtClean="0"/>
                        <a:t>Power </a:t>
                      </a:r>
                    </a:p>
                    <a:p>
                      <a:r>
                        <a:rPr lang="en-GB" sz="1200" baseline="0" dirty="0" smtClean="0"/>
                        <a:t>Output</a:t>
                      </a:r>
                    </a:p>
                    <a:p>
                      <a:r>
                        <a:rPr lang="en-GB" sz="1200" baseline="0" dirty="0" smtClean="0"/>
                        <a:t>(</a:t>
                      </a:r>
                      <a:r>
                        <a:rPr lang="en-GB" sz="1200" baseline="0" dirty="0" err="1" smtClean="0"/>
                        <a:t>mW</a:t>
                      </a:r>
                      <a:r>
                        <a:rPr lang="en-GB" sz="1200" baseline="0" dirty="0" smtClean="0"/>
                        <a:t>)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549055"/>
                  </a:ext>
                </a:extLst>
              </a:tr>
              <a:tr h="47232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0.32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0.25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0.07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551863"/>
                  </a:ext>
                </a:extLst>
              </a:tr>
              <a:tr h="47232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56.4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29.3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27.1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61259"/>
                  </a:ext>
                </a:extLst>
              </a:tr>
              <a:tr h="47232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3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66.1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32.6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33.5</a:t>
                      </a: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225066"/>
                  </a:ext>
                </a:extLst>
              </a:tr>
            </a:tbl>
          </a:graphicData>
        </a:graphic>
      </p:graphicFrame>
      <p:pic>
        <p:nvPicPr>
          <p:cNvPr id="300" name="Picture 29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3" t="47786" r="42021" b="18554"/>
          <a:stretch/>
        </p:blipFill>
        <p:spPr>
          <a:xfrm>
            <a:off x="544684" y="12234877"/>
            <a:ext cx="3729284" cy="2603710"/>
          </a:xfrm>
          <a:prstGeom prst="rect">
            <a:avLst/>
          </a:prstGeom>
        </p:spPr>
      </p:pic>
      <p:sp>
        <p:nvSpPr>
          <p:cNvPr id="301" name="AutoShape 8" descr="data:image/jpeg;base64,/9j/4AAQSkZJRgABAQEAYABgAAD/2wBDAAgGBgcGBQgHBwcJCQgKDBQNDAsLDBkSEw8UHRofHh0aHBwgJC4nICIsIxwcKDcpLDAxNDQ0Hyc5PTgyPC4zNDL/2wBDAQkJCQwLDBgNDRgyIRwhMjIyMjIyMjIyMjIyMjIyMjIyMjIyMjIyMjIyMjIyMjIyMjIyMjIyMjIyMjIyMjIyMjL/wAARCAJYAy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xS/G6G3mHoVP8xVm3ffbx57HYfx4qsP3unSL3TDiixJaKVM84yKQEzDzbNc/ejyPyP+BH5V7j8ONTOo+CrVXZS9uWgfgdun6V4nHjzZVPCllcD/eGD/SvQPhBqGy71TS2b7wE6A+o4P8ASpaGjtpcpK6nGQfQVCznPb8hV3Uk2XZI6MM1QbrUFmtpU5EoBxyPQVPqAIkzxg+wrKsZNkqnPRq2b4boVf2oQilE5DdvyFaUEh4yBj/dFZCnDVfgemMntWIt1Q4zGTGeB2P+GKl80ebHFlfMlOEXA5qCP5bqdOzbZB+Iwf1Fc54zt9Sls3bTWfzzGpVUzucKxLIuP4iCD+FDA6LU4Fu7DUNPfaJPLZHTAyMj/PNZnhW8a78LWDvgyInlPwPvKSp/lWH4V1bUVRYbu3uY1N1HbqtwG35OQwJbnA61o+GAba61vTT/AMu94ZEH+y43fzzR0GTaypE6tgc8dBVCN+e35CtXWkzbq452/wCf61iK2DUPcC6WGBkDr6Co/NRJrjCjHy44HpURf5Tk1W84Oz4PVz+nH9KQGnDM/wBjkIyF8/kYQKcqP+BN06Vt6HcgjLRg/gK5u2B+zXLBWIDRksEXjqOWPI/Cus0q1CRqKaEzea8hjtiTEOfYVFYXKPKX8pSD04FZmpTb5o7aI/Mxx/ia2LG3WOJR6CrEbUV5GAB5K/kKk+3J2iqiNoFLkYqrk2Lv9oD/AJ5frTf7RH/PIfnVIkUhIouFi7/aJ/55Ck/tI/8APJapZHpSHHpRcC4dTf8A55rTf7Tk/wCeaVT79D+VIQf7p/KgC4dUk/uJ+VN/tSX+6n5VUweysfwo2t/zzb/vk0AWjqk391Pypp1SfsE/75qrsk/55t/3yaPLk/55v/3yaBlj+07j/Y/75FJ/adx6p/3yKr+VKf8Alk//AHyaTyZf+eT/APfJoAsf2lc/3l/75FNOp3H95f8AvgVD5E3aF/8Avk03yZj/AMsX/KkBP/aVx/fX/vgU06jcf3h/3wKh8ib/AJ4v+VJ5E3/PJvyoAlN/cf3x/wB8ik+33H94f98iovIm/wCeZ/Sk8ibP3P1FAx5vZ/7/AP46Kabyf+//AOOim+TJ/dX/AL6H+NIYpO+wf8DH+NIBTdzf3/0FIbqX+9+gppibP3o/+/i/400xn+/F/wB/FoAU3Mvr/wCOik+0Sev/AI6KaVA6zQj/ALaCkwn/AD8Qf9/BQA4zyeo/75FJ5z/5UUz933uoP+/gpCYR1u7f/v5QA7zH9v8AvkUnmP7fkKbvg/5/IP8Avuk8y3HP22D8z/hQA4yN7fkKTe3t+QpnnWv/AD+Q/r/hTfPtO93H+R/woAk3t6L+Qo3t/s/98iovtFmOt2v/AHw1H2mz/wCfn8ozSAfvb0X/AL5FG9vRfyFRG6s/+fhv+/ZpPtdl/wA9pD/2zP8AjQFibzG9v++RSb2/2f8AvkVCbyy/56Sn/tn/APXpPtln/en/AO+B/jQOxPvb/Z/75FJvb/Z/75FQfbLPt55/4CP8aPtlr/dn/IUAT7z/ALP/AHyKN5/2fyFQfbbX/nnMfxFH222/54y/99CkFixuPfb+Qo3n/Z/75FV/tsHaCT/vsf4UfbYu1u//AH3/APWoGWN59vyFL5h9R/3yKrfbE7Wx/wC+zS/bB2tR/wB9mi4Fjefb/vkUvmH2/IVW+1ntar/30aX7W/8Az7IPxNK6AsBz7f8AfIpd59B/3yKrfa5P+faL9f8AGj7ZL/zxhH/Af/r0XQtS2Jcdh/3yKdv9h/3yKpfbZh/BAP8AgNJ9vl7/AGcf8BFO4y6W9h/3yKjb8PyFVv7TkH/LS3H/AAFaYdVkH/Lzbj/vmi4Esg4P3fyFVWJU9Bj6ClfV273kH5rVWTVwet9D/wB9LRcLFkP9PyFSLIT2X8hWU2rxjrfxD/gQpv8AbUI/5icQ/wCBii4jbDnHQf8AfIp4Zv7o/wC+a5869AP+Yon/AH8qKTxBB/0FB/32adxWOoDP/c/8dqjLKYldCACHb+EdOv8AWudbxBET/wAhNv8Avs1CmomXdIJ2k3sSCSTx0/pTuNG1JP8AT8hUKSF7uNcD5QWPArNN0T1NXNMzJLLIecALSYyxrN4bLQNRuhjMVrIRwOu3A/U1jf2W8XhjSU8uWSGK1eCdIVy+2RQCyjuQRU3jBifD32VT815dQwY9QWyf0U10KL5aIg/hUCpvZDOP8P8AhW2tb6a63XVzKD5aXU0PkosXcBCMlj0z0FdmXOScL+QpCSepzTHb5DSbuAIxyOB+QqbeQD0/IVDGO9PJpAMLFpVGB19BTblyZFTj8hSxcyk+lROd1wT6CmgHlzk9PyFG8+g/IUylqhFq3YiNmwOTjoK1j4Ws5StxIW+0OFdzx94Dis6zj3tBH/eYZ/E1132xiT8wx2yKlgZP9lSD7jj8qEsrlXUAnr7VsC5B6oh+nFPSWFnXKEc9jSsx3PiuxYF2jP8AGMVHZnyroKc9SppEzb3W1uqnBouP3V8zDuQw/GukxL7DbIvujJ+I5H8hW34M1D+zPHljKTiOdtjfRxj/ANCA/OsN24SX+66t+B4P8qZLK9pLbXK/ehfbn6HI/lQB9GarHmONx/CSDWO1bEc66jokVypyJYVkGPpWSw4rIsbC2166IHzrEHrxXNfdcH3rf0x99uyelAFE8PVq3bpVeddsp+tPgbBpgXydt1A/94NGf5j+RqSSOOaMxyIHQ9j/ADB7H3FQSbniBQZdGVwM9cHn9M1NJI0eS8Fz9BCSf0oAgSwiF+L6WW5uLlRhHuJi+z6D+vWsUf6H8QnXol/ZZ+rRt/g1a39qRhygstUYjqVsZCPzxWBr96Rq2i34sb+BYbny3muLcxoQ4K4ye/Iosxm/fp5lo698VyXmYrtJUYqy7Rkj++v+NcNd5iupUI24Y8E5/lUtDJGmJXrVXTpsKysiMVYg5+tQtIdvU1jzu6Ozqx5ODmiwHbRgSR3JSEFhCGGyDeRhvUnA611NvrE6QBk+zA7R1UHtXnXhWR7i6vInUSZtyQDEX6EdgR+ZrIkmuEuZEDlQrEAbcY/DtQB6fbanINSM7PBvIxkgYFdHFrdxsH7+2H4LXi9uXcjLEk1pxImRuQH6inewj1j+3bj/AJ/LYf8AfNMOvTDrf24/FK87FrbdoI/ypywW8cisbeIhWBIK8EZpcwWO/PiGUddTtx/wJKb/AMJE/fVof++1qJtK0rLAaZZhZVyh8lflbHTpXinxMlutI8XhLK4ktrae0ilWKI7VB5VsAdOV/WmpX0Bq2p7afEjf9BeL/v4tNPiQ99ZjH/bQV8yjWNT/AOghc/8Afw0f2tqP/P8A3X/f5qqxNz6XPiQf9BpP+/lNPiVf+g1/5ENfNP8Aad+f+X66/wC/zf40f2jfY/4/rr/v83+NPlC59JnxGn/QZJ+jmmHxFH31Z/8Avpq+Zb3Ub9VRlvroZJBxM3+NVU1K+LfNfXJHvM3+NHKFz6h/4SGHvqkp+hf/AAph8Qwf9BGY/g/+FfNAv5sc3k3/AH+b/GkN6563Uh/7atRyhc+ljr8H/P8Azn/gL1Gdeth/y+XJ/wCAPXzWbs97h/8Avs003A/56sf+BGlyhzH0odftf+fq4P8AwBqjOvWf/Pxcf98NXzaZ1/vn8Sab5yZ60+UOY+kjr9iDzPP+Kn/Gom8Q6f8A895fy/8Ar185eZEeuPyo3w+i/lRyhzH0UfEmm953/wC+l/xqM+JtKHWcj6yJ/wDFV8774f7q/lRvi9F/KjlDmPoRvFOkDrOv/f2P/wCKqJvF2jD/AJeI/wAZ4/8A4qvAN8foPyo8yP0H5U+ULnvh8Y6IDzcw/wDgRH/jUbeNdCH/AC8wf+BCf414N5sf+RR5qf5FHKHMe7HxzoI/5erf/wACFpp8eaAP+Xq3/wC/4/wrwrzV7CmmQen6Ucornuh8f6CP+Xq3/wC/v/1qafiJoIH/AB8wf99t/wDE14b5g9KPMHpRyhc9uPxH0If8vEJ/F/8A4mmH4laH2nj/AO+ZD/7LXim8ehpN/wDsmjkQXZ7SfiZog/5ar/37k/wqM/E/RuzZ/wC2L143v/2TSbvY0ciC7PZP+Fo6V/CGP0gb/GmH4pad2jl/8Bz/APFV5DCTlqsDpxS5UF2epn4p2faCb/vwP/iqYfipb/w20/8A35X/AOKrzCihxQ7s9MPxUj7Ws/8A37T/AOKpv/C088C0m/FUrzUVLCIzMolcxxnILAZxwcfhnFLlQXZ6D/wtSTtZz/mn+FIfijcHpaSj/gaf/E1Vb4aXMUdmz6vbn7SwUBYGO3I+vNW5vh3oWnuIdU8bwWtxjPlfYWJx2P3qic4QV2XGMpO0UMPxPvT0tZP+/q//ABNOh+Iup3UqxxWr8kBm83hATjcxC8AetSw+CvAmD53xAmJ9ItOb/wCvW3o+n+AtEgnii8V6lOJiC5GnsD0xj7vTmkpwkror2NW+qf3G1KrxOVfxjoo9xfA/yFNLWoXMnjnSQfQXDH+QqCJvhhCMD+2JfpbFf/ZRV6PVPhpCONK1STj+KI/4ila51+yj2f3GJqWqxWqR/Y/EltqEzuF8qCSTdjueRjitvTY7C706Ke61C/WVxllW4wB+lZGu6r4KubRo9J0O/h1BjiGeU4VOcnI3HtntVP8AslBaRyPNhnXIXJqbtSsb1KNNYZS5bO/X0NXVLnTbQhLe5vWb/buSf5VDbsk+wGSfLdf3zf41yN4kMb4yAwbiuj8POZ7tR1AxWdWUlscsIxfQ6E6Xa9D9ob389q5bxhcro7WSWZMTS7mkLsX4HTr9a7grzXnnjsvLr8MShf3UA+ZugJP/ANas8POUqlmxVoqMNES+FbhtX1WSO43ywRw7iHTZk+2K7IaZpaHfLZxeWvLFmbp+dcz4Dilb+0J5Jlm2lY1ZenuBXUajxptxx/yyOaKs37SyCnFcl2c58T5LLTPDmnXmgxRWkj3JSR4hnepQkdc9xXN6DJeatokcn2kfaMtl3Uc4bv8AhW3481XRdY+HEZsblVurW4h3Wsi7ZFGCpOD1HPasHwVY3mp+GZUsFYXEVyVMgJ+VSM4wB7V2x+HU5HuaFzo15LcM8WozwRnGIwcgHHPOPWlfR5GsooTfXAmR2Z5g5y4PQfhWn/whmqso87U51J6hYT/jUq+A/M+WS81SZ/RAFH60XQGVpWlG1uZpZbqa5GzaFlbcAc9ee9WLyJAx2oo74Aq2ugHw7LJAzzsZsSbZmyVA4qhNFcLqU8sykQyRoIDkEEZOfpz60t2MqlR6VGwGelSuNpxUXU9qBiJF5kgT16/StqFgqBQq4AwBjpWXYsksPnocq4+U+1X4zg0xdS5vBHGR9DW5pKD7FvV3BY5OVBrnN3pXU2KeXZRL/s0nsMx/EMUl7rug6dFdvE2+S6L+UrFdoABxwD1PWtf7HqnfXiT6/wBnR/8AxVZkP+k+P7p+CtlYxxD2ZiWP8xXQ7lJIDAlevt9fSk9BlaK3u1wJdTaX/t1RP5GpmUKq5lldiejAAfpUlROf3i+wqQJUHFKx4pF6UN0zQAR/KjNVZDkufwqwTtt+e9QIMRj3OapAxaXqcCkp0QzOg980xGvpse69Hoik/wBP61sbB9Kz9HQbJpCRywUfzrU2moAaFJIAJqZI2SQBjlsjA6VPb25VPN3bW6jIq3GcupJU7jxxzVqImz4hvhtut/8AfUNTbv5khkx1G01NdjfbRP3U4J+tRn57Bx3Qhq2MyaM+baYPXaV/Ln+lE/720lHU4WT/AB/rUdi42sp7HP4VNGPmEZ6YaP8Aw/nQB7R8MdR/tDwVbxu2ZLZ2gb6dv0NaksZR2XuDivPvg5qHl32paY5/1iCZR7rwf6V6TfLtuCR0YZrOW5S2M1xg1p6TLiXb61ny9KfYy7JlOe+KQzSvl2yVXibDVevhuRX9RWcpw1MDUjAkRkPRhtp1tK72sTMzbtuDz3HB/lUMDU+3+V54/wC6+4fRhn+eaBlnnPU1ieL7ZrrwtfKn34081P8AeU5H6ipNZ1yDRAs13uFsoDyFRlm5wFX396LTWbHWknW3cG3lOxEb76ZHAPYj396LjLNjcre6fa3a/dmiV/zFcrrsXlagSOjD+XFafg+Rh4fW1Y/NZzSWx/4Cxx+mKh8URf6qUeuPz/8A1UmLocy3eqTpukkQ96uv1qs3+v8AqKQFzwsv/E4ZCFYNE6EbS/O3I+UfTvxVC6j2X867cYc8bSMfgauaGjR+J4WEask6hDlWY7ueMKcmodQjMepzqV2/NnG3bj8KAsSWnDgnsafpQnjtmjuRIGSV1Vn/AIlzwR7UyDirqnigZ22leH7e/wBMt7trudN6/MBGuAQSMZJ9qtf2BpqjE17OoI5LPGv9a801Kyt550lkQsWQD7xA49s1Q/s2y/59oz9Rmny3JcrHtkl9pUESxtfWrALtJe7QYx3rxz4yS2Fxq2jSWF1b3CrayI7RTCQg784OOnXj8arrYWfQWsI/4AKxfFVpFHZ20sUaptlKHaMZyP8A61OMbO4nK5zFOpAKcKoQYpaWgCmgK14ubfPowpEsomQNufkZ61PcLutpB7Z/KmWxzAv0piGfY4fV/wA6DaRf7X51Y4ooGV/skfv+dH2SL0P51YxSUAQfZYvQ/nR9ni/u/rU+KMUAQfZ4v7v60eRH/d/WpsUmKAITDGP4KTyU/uip8UhoAh8lP7tL5Sf3RUlJQAzy0/uijYv90U+igQzav90UbR6D8qdRx60AN2j0H5UYHoKXI9R+dGR6j86AE2j0pMe1LlfUfnRkeooAZjikwak4pMUAMj+81S4pkY+ZuKkoGGKMUUtIBKXGSB6kD9aWnwoZLmFFGS0ijH/AhQB7rcf63RU9HH/oNZ+u3lrHrcgl0W5vGEa/vI7hUH0wRWhcH/iZ6SvoWP6VQ8ReMdX0bVF0+wgsPL8sP5ktsHfnPU5rkrJ20R34KMpVPd7d7FSPUYmQiPwjcOeMb77j9FrUbxFbwhV/4QLT4mI48++OT+YrOsPiV4vmka2sJbWVx94paIqp9TWbqEv2y4N14h8QS3V2eNlugbHsCeMfQUQhyq70ZVTEq9rfizoh4okXmPwp4cT/AH7gtTh401LKQw6D4YDuQqJHGzkk9AOa5BU0nOUt9UdfXOP6VMkGhTfIbzULNz082MOv9DV6GTrr+X8WbHiqTxKJrSDXNHsLCF8yQm2gCFiOCCQT/e6Vo6np4zaxjI2xg8H2rmdRtdajt451vH1WzgHyvHI0hjHuh5H4Vc0/xQmrXMYmZUkC7cZ60cut0a1MVGdGNO1mmy3PplqYDJdbtinkgc02wbTdNmMlpPcg+jRgj+dWNSWcW0jsD9nYAD0zmsdLRXQSbFx67sUmk9zDma2Oj/4SFc/fl/74X/GsW9FjfXz3cs9yXcAFfkxxT9Oi02O9xqVrLNBtzi3cBs9utXtWOgNaiPTtIu4Jc5MtzKCuPTFKMIx1RMpt6MrWWp2+mxvHblwrNuOXUfyrU0y9/t24ksGJjjkTmbdu2/hXOG2jEfmbItgOM4FbXgtMajJjAG3kAe9Dgm79Q5mlYb428GaRp/grVLmCS6mu4EV1kkYBfvgHgexNcf8ADrxVeeGbK++zBHhmlXzYnGQ2AcH1B616l4vXz/CetxDJ3WkhH1Az/SvDPDjbre+T0KN/MVrHWJjLc960jx34c1dSl0Dp9xjPmO25c/X/ABFdFb3du8Eb/a42aRcxlP4/Q8dM182TDn3q3H4x8QrZpBHJGIoV8tGVcMVHqalx7Gc03sek65e3d5qTNewLBNGgj8tZN4A5Oc++aw7jHB70+F5JLG2knOZniVnOMckVFKfkNM1SsrFOXls1AyMyMq43MCBmrB5FEKZkz2FMY62h+z2sUGQdigEgYye9WVplKKZJOnzyKn95gK7GNeET2Ark9OTzL+Fcd811M062tvNcscLDG0h/AE1MijA0W9CXGsanjc13qn2eHuMLx+PCH86w7TxdrOpeJGWAjyJZWN3axx4EcQP3nPY57evFb/hvTI5/BdnDOXSSQ/aBIhwySE5DD35rWhsCkm+e4Ex2gFUgWIPjkF8ctzz6ZodgRbjL+TGW+8VG764pp5lP1xUmcnJqJfU9zUjLIpsnpTk+7zTesgxSAS4O2PFMxhVHoKdccyKtNc8nFWhDSalthlmb0GKrlqtWykQ57sc03sBOniKLTR9le3D7STuz1zVu38X2QYFrOTHs1Ptra3SIO8EUjSdfMAPT61OLSxlDA2UA46hRUDJ18bWB+9BKB+FW7PxJZXs6xwW88j5zhVrm1g8POvFxH6Z8wirNtpdhuWe1mk4PDRyVdyD5ZUCW0lTvt3D8KhszvLJxh1xW94gsU0rxRc28aMlvJiWJWGCEYZxjJIwcjk54rnosw3W3ptYitiBtods209xg/WrLEqzEcEMr/wBDVeceVfMR0zuH0NWXGZAP74K/1H60AbHg+/8A7J8e2MxO2OSTy2+jjH88V7tqK/Kr/wB044r5suJGQW10hw68g+4ORX0ba3S6r4et7xDnzoFkH1xzUyKRnSHNMiOHpznNRjhhUDOiP72xB9KzDw30q9pzeZbMh7CqUw2yGmhlqBuKsZxeIe0kZH4qc/yJqjA9WpGwkcn/ADzkBP0PB/nQBW1vR4das2hmQupXayB9pYZzwezAjI7djWBpHhf+zL+O3tDfvD5ySy3F2ix7VU52AD7xPTI+tdkM5o70hnOaR/ovirXbI8LKUukH1G1v1FWtfi83THOOVGR+FVdTH2PxppV1jCXUUlsx9+GH8jWtdp5lrIh9KGJHn79BVeQYkQ1adCNynqpxUEq8KfQ0hk9iduo2rEdJk7E9/QcmjV4TFrE6FNuD02bP0ycVGOGDY6EGr+vQeXrEoCbAeceXs/TJoAox1bXoKrxrVlRjFADLzm3jb+62Pz//AFVQrTuRusZP9nDD86y6pES3FrP16AXGiXI/ijAlX6r/APWzV+myRiaGSI9JEKfmMVRJ54KcK1dP8Ka9qF1HZ2unNLcODtUSoN2Bz1NXtR8CeJ9Is2u7/STBAgyztcRnH5NTukUk3sc8ME06pBLP9l+zC0JUvv3hPm/OmLHOxwLeXP0qeaPcv2U+zGsN0br6qRWbBdeUm1lLDt85FegW3wy8W3llFd29jatBMgeN/tsfIP41peFdC0Kyvrpdc+xmSMCOS3EZk+cdQCB1B64+lPmSRHK72POUmjcZKD/v6afvi/uL/wB/D/jXqY0+ztbuZBo1pLbyA/ZpXsgH47bSBk+9ZV/p1qNKtZoLeFWEYLssQyW9CMUucfKcCZYv7qf9/G/xppniB+7F/wB/G/xrr9NsXu3UXif2faxSbpbqSDcNuOmAM59K19d1bT1aC00bT0e0ZI3knNmolYLxngZCnqf1quYVjzjz4s9If++2/wDiqPtEf92D/vpv/iq+gZYtKQKDa6em5Qw/0dM4I+lUbeKyu57yWG3tvLiAiTbCoBPVj09eKXOFjwo3EfZYOfc/4037Qg7Q/kf8a+hBZJOyBLaAYA3MIVwo9TgdK07jTV0u7a1YW8qhQyusa8g/hxS59R8ulz5o88HosJ/4Dn+tL5o/uxf98V7p4guLSwRJZmjiBPy/IOfrx0q9Bcxz2Ec1vJG8RIwyLnP5U+cmx8/AswyEUj2ioxIekRP0h/8ArV6B4vzH4vuSON0asAOO1esLI1rZWV5AzGNIFWVQf4Mf0NLmL5dLnzSIbg/dtpD9Lc/4U8Wl8fu2dwfpbH/Cvp9bmTqsrEHkEHgipVnmPPmP/wB9GjnFyny8NO1Q9NPvD9LRv/iaSTTNXjiaV9OvVjUZZ2tWAUepOOK+pPPm/wCekn5msnxS8svg/XIy7kNYTcEn+6aOcOU+Zttz6N+QoCXZ4USE+gxUeBt6DpUkNyLWVTt3A8ECrIJjY6qrYa2ulYdipFJ/Z+p94LgV1w1KPVV+2FJInk2qsZG4EKoXO76jpigjNZubR208NCcbpnJf2fqZ/wCWM/8A31/9emnTdTP/ACyl/F//AK9dU2EBJ6U3yhGdmNjDnaTRzsHhoJ2uc1Jpl/YwRz3cDpFOSsblgQxGCRwfcVFXax6dbarpiw3U+zyJWaJA+3cWAB57dBVKfw3p0O9RcFpFTlPMJO49MEcGj2itdkPDtu0H/mcyi75UTcq7mC7mOAM9z7VLeW/2O8ktjKkuzHzoeDkZrWTw6pHM/wD47Ui+F4enntj2FZfW6Xc2WW4h9DAq5pS7tWtR6yr/ADFdlfaJ4ae3to7TSZYJ0RftEjXTtvbHOBngVmS6NDBf2A06Hy5mnGXyWwB3Oa3TTV0cLVpWZ6XOR/benKO0bn9BXL+LUlvvFCWsTeXELcPPN/dUEj8615bbUn1u1j/tELKIDh1gXj8DVDXEMl5FAZC7yqBNJjBYKTWT01NIycb26lCJftFuLezzaaZHxuUfNKfX3qzD5FqMW1uiH++43Mfzp7HCqqgBVGAB2FRVncRIbi4Y5Mz/AIGnfaZWTZKElQ/wuoNQ0ooAEjktpRcaZI8Mq8mItwfoapatZpq1tJqdhGIdRh+aeFRgSY6kDs3860lxx14psp+z3Md9HwchZgP4h6007MCHTNeOq6IkErZmiYZ/2h61ZVogoGH+gIxXORxDTvFtzboMQyfOg9Awz/PNdIrS4wGUD3xVtFRd0bfhVNYN9cS6LeWtuyoFf7SydD3G7+lTeKptaP2ePWNWtb0HLIluyHZ9doFZekHQHab+27a+lkDDYbUqAR75pNVGlCaM6TZ3FrDt+b7S4LMfbHajoL7RntKREU5C9etdH4ITM1zKeyCueuQRbJ7jv3rq/B0YTTrqT+8+PyqSnsXdfkzo14hP+shdPzBrwnw0cTXiHvED+RFe0+I5cWTJ6g14rofyandL6wuPyIrSGxlLc0pxyaSGHcgUD7zYH41I4yea0NNtS13aAjgyBj+HP9KAOnnIXCDsMD8KrMcrinzvukb61XnkMVtLKBkopIHvSHcjqdBtXp1qnpvmyWMLTtukIO5vXk1oGgBlKKKKYjV0JN16zHoq1f8AEYmfw3fxW4Jlmj8pQP8AaIB/TNQeH0xFLJ6nFXtROYY0/vNn8qlvUpbDrO6srewt4VuEXy4wuDnjiphfWrH5bhD9M/4VjGMdaI0/fMB2OKQG4J0YHaxOR6GnxjJqpCOBV6PgUhj+gpIuXJ9BQ3SmxnbGxoAjLbp8nsKYzHNMDfePrTcmrELnmtJFCoilgOMZ96zYxvmVfU1otzNCSjNGj732jJAHSkwGeJPEi+HEtYEgWa4mRmUO21VVQMkn8RWpp+pR3+hwahJCYFnTJjPUZ4rm9S8SeGtUlEc1/ErxE7GliPyN37Vp2fiPRNTs9j3sMQjIBUNgDHp7UhXRKdL0F02+Wyj/AHmrRsks4Yo7W1kGxTkKefeqSSaFL/qtVtz6YmWmX81jpel3d7DeRSOkTBAJFPzEYH86Q0k2eQ/EOyjntbHV7Vf3QAGdm392/K/LyRhgRlmzyOK87vOLkOP41DfjXqHh8p4h8H3OkzN+8QFB34bkNgY3YYA7mYAZrzO7RhAm8Ykjco4HOD/+sV0IzZFfDIhl9V2n8KeXPlRyA5K8/lSSDfp3HWNgabAQ1sy/3TmmIfMg+zSqP+Wb7h9P/wBRr2T4Xaj9t8HJbuctaStER/snkfoa8ehG8AH/AJaRlD9Rx/LFdr8IdQ8nWL3TnPE8W9Rn+Jf/AKxpS2Gtz0KVTHK6EfdOKjNXNRTbdbv74zVKsjQ09Ll2zbexFPvU2ymqNm4WZT6HFal8Nyhx3FMTKUR+brV9MPGVYAqwwQe9ZqkhqvwtTEh8i4XILD/gRrFuZLhdRZBcTBGiDBRIcAg4P8xW4/K1kXkRNxbuOzlD9GH+IFIopSxszLIztI6cqXOSp9q6EOJoQw6OufzFZJt3q/ZEi1RD1jJT8un6UAclqEXl30y+pz+dUJFzGfatzXotl+HHRh/n+dZBA5HrSAjxmP8ACtLVY83SNsCb4kbHlhOw7An9eaz4xlAPwrRugDHZMFA3W65IVB046Lz26mkwMSa5uINYsol/1EqlXX3zwfwrUxVO804Xc1q4lMbQSbsgZ3L6foKvEZOaGCJY081GjyPnG0E9Oa0T4A1ZXVZZrKNicDMxOf0rPhHBBrrVPja9jing0+yMDLujllvMbl7HAXj6U07CauZC/D29Mwik1CzVyMhQGJqaL4dyNK0TarHvX7wWA8fma6Cx0/xDKlx/a91aW8mB5DW1wzYPfdkD9KmtNOktomN/qcd1Ie/mFR+WaXMwsjE0vwlbaTqEGoNq0haCQ/J5GN3BBHr3rR8Wo+o+EtSjtYZJEWEuxaBsADnIOOvFXJb1o18uHUI7faRgxMoOPc4yfzrOkn+0wXcOoasJUlBRSZSfkIxyM9aiTbLg+Vpnj0ecHB6inrklc9+K1J/Dl3aSFFmtZo1OFkSdRuHrg8iq409xIsbXNojE4AM4z+lea6VS+x9KsRR5b8yPSPCOq3I8JWMMWntKIi0RlaYKv3j25PGar2R1CDU7uGO4gtlaVmIRS/JOeCcVP4eQ6D4e8maCWdzI0rMgAC5xwATk9PSuYv8AWbW/1+S8tpp47by1VySQpcZyBjqa9OCbSR85XcfaScdrlbxLbarD4jS5j1FjEsWHZuGPPQAVjfarwXciT6qLW9ZcxzyruDjPXJzz71b1MajfXDf2c0f2cqAWkJDbj7mqTeGL63WBr8S3cgGyK3WThVJ9fr2Fa2aMo2k7XOd1DStf1NZ5Lu++2sHyD5+Tx6r6Y70eFbjVrfUozotx5F2VZGfGfk/iHPausSwtLmz82FSl1E5Uwq2TgHHJ6H6Vy9pbxWupySz6naWavI4aMMzOoJ9FH6E0udNGssNUi12Z6lqUitdw6fMWW9eEZntkEgTjqyjjHuKWzsp9Pjktv+WflgRyjkHnr9fY1n6ReWlnps11bTtLARua4aMhpCPqOnpWDZa94oOsJDYwnUYZG+dBASJAex9/eluRZReup6Vo19LYO0mwSB4ijIx4P1qJQUyT3pIfB/im9ijkiuodLjfl4ruNZJE/3WHP510EvghGshGus3iXPG6ZVXB/4DihKxLbbuzmzLao8jXLKrMMfvMbSvpzWLb3ElhpMn9lQwqplkwrpkBSeDj1ruZvAMNzGBLqMjEHjNRx/DiFFIGs3IbJIcRAlP8Ad7D69aYjyrxRbwNrKXV5cLG3kKmwDc7N34HQfXFd/o86Xnhy3CAW+yMBkDgkAdzj1qO5+EDNKJLfWVmZTlVuYz19c5PNNl8C6/bRqyWdnI8a7d8Em12H5jmgaZHYTQRxTQm9lKRyskfJxt6j8s1d8+0aTebqXPoC2K5O0N5plxJBewb5BIzSh8qzE98dh0qymozqQGtYSdx3ct07Y5osO50JayIwbmc85+83X86Zrmo2r+G9Vj3sS1jMo+X/AGDWHHqkmI2a0gZSxU4ZvmPYDmpJtTaKC6ll0uJ4oY2eWLLEhQCSOuDkd6LCbPBl+4P90U0ozuhVS3XoM064dZbiSSDdHEzEohH3R2H4UyKSSGZZd27YQdvY+1bGZ02mo3k24aOVGjUAhgQMdemO+Rg1pnmtu5gk1ry9VEcgS4t43AUZGdoG0ewxiqzaS0aSMzONgGRs6k9qwabZ6NCpTpxtcx5/NAVoZDG6tncBmrl7FJLeLLKUj3oHYKwIPoxA6H2ppgL3HkoN7AfNg9KtPpepysGQWgAUKA0wyMfhRqhTqU3JSRi3UE8hVrSLeFYfIw++B1yTxVrTbW9tbe8aO3SSwuWVzcHAKewH14rq9D8NXN3GYpBFKxOZH3Bgo9BnrXTReGjZma3gYQwzja0bRCSNx3OD0/A0paxcTBSSqqfmecx1PGuXXitibRfIvUwFltnYqQAYmB+pJFQ3kNvaSBLdnEvUq68pXmrB1Gz3HmlBLqVJuJ5FPY4NS2K51CMY/hyPzFV8H8e9XLCCRtQt5VGY1YK59CeleslaNj52UuaTl3OlTnxKv+zbn+dYl3H518smeiNj/vo1sQtnxDMT/Dbj+dY4bJRieqn/ANCNZS2Gis6MvbNREkEDaSScAAVakIA61TlOXX61mMfl/wDnlJ/3zSocsRggjqCMYqIDmpIvvP8AUUwJ1UnFPuIT9mYHvT4uoqaYbljUfxOBQBzGoBf+E1jBz8kKg4+hrddoVULtfGM545rBQtP4xvZg3+rbAP4AVuGSXHEy4x3IrRjgdD4buNctbGVtL1PT4IWfLLOY9wP/AALmsrW7m8udSd7+7iupwMF4tu0f988VZ01/Dgs4xfaFqNzeHO5opVCt9B1rPumhF8zW9qbeAPlLeRtxA9CaOgLcgvAF8tBJvyB+Fdv4cj8rQFOOXYtXPa3rSXljBZDTobd0fcXQ5JGOldXpy+Tolsv+xk0htnP+JZPl2/hXkekjGuXH+5JXp/iC4iZ8CaL7398V5jpRH9tXDFlVdj8npVx2M3uaxGTW9p0e24Q/3EJ/T/69Yge3VgWuFIByQqk1s2V1FNHLJDu4wnIxQCLW7e5PvUht4rmN4J5HjikUqXjXLLxwcd+cUyFe9W0XnpQOxUtoBbwRxA52KFz61LU0q7ahoAaaQ9KcfWmnngd+KBHTaQnl6dHn+Lmp7hPMlQf3RToF8u3jT0UVIBlyahlohjtVDhn6Lyaz7f5m3epya1LpvLs5m77cD8eKz7VaANKAcDNW16VWjHQdqsikA2Q4WmSHZB74pZDlgtRXZwoUUICHJ2D3oprHnFJmrJuWbMZnz/dFQanrP9lXast/FEDGVaMMpcd920nkcirNp8sTvjqeK1bjwvY6tayW9zYj7SCGW4CAkHHOSf5VLtcq3c8Zu9Kk3iSxv7PUVlyymN9khPoUPeu48J+AX+xrc61Z3AnkOVSOXbsX3xXW2vw70vTWS9icNcIQACq4zW5b215aFlhvPMCA8n3qlaxkqcU7o8r8XeC4re8g/s2zu3WVSXkiAcRn/arhr7RNYsJVElnMwJ+VgpGfwNfQwthNJmYROMYKsSM1fg02yVERLZGw3Kn5gPzpXB00z5k8Hamtjq8Ak/1Nx+5lGCRz04yM4PIBIGaPHOlfZdXnkRf3d2pk3Kdy+apw4DD5SehwCcbq5yB2eF1H3gMr9RzXoepEeKPA8OpoPMubZQWOMncowVz7p0VfTmtQWx5na4dZI/76EVHZMPN2N0YYNOh/c3WOwbH+FMkUxXzAdN2Rj3qhE8OUMiH7yMHH8j/St3wra6hp3im11FIGW2SX52Y4yh4OB361mM4sNStruNxIUIMgxwCOq+/BrVm8WX8bPHHa2aYJHKFv5mgD2nU1DQJIOx/Q1l1Z0a8GseFbS5GC0sAJx2Ydf1FVR0rE0uOjOG/WtwkS2IbuKwM4INbOnvvt2Q0wKR4ercDdKqyja5qSFvemI0Oq/WqF1wu7+6Q35HNXVPFV7hevpSKJ2VScgcHkVFH8s8i9mUOP5H+lSWwL2cR7hdp/DiklQpNC/bJQ/iM/zFAGR4hizDHJ6H/63+Fc8QN1dbqsXnWDgdRXJnoDUsBka4yPQ1fcqbKxAILKrLgMvGGPYDP51SX/AFjVe3ltMgTcTsmcY3E9cHpjA6+tCAjAzRinLSlcUAPhFZ2qanqNteG3h1Bo4hGrIhPT/JBq+k8aXMduxPmSIXXjjA6/zrM8QR6HHLb3WsTGHKtFG2GIOOe31oW4mc/e+IdZQ4F8CM8lmxWe+u6kxBbUOP8AZJ61rm78D97xWbPUxOf6VMmreB0AAmTA7fZ3Oau3kI5iXWL1uBfyn6ZpAuu3cXmwx6lND03xxMR+Yrq/7e8Fqh2zjfnqLVv8K3LL4padp1ulvaa1PFbxj5YltCR+op/INDz+y0DxBql1FbRWN/5khxulRlQe5Y8AVc8Q+AvEPhoW9zNCZoZWxHNC5yGHOCDyPrXfN8YrSUgTaxMyZyVWy2iqF58RfD2osrXt/e3DKeC8DHA/OjXsGliKw063v/AiyXU8o1J7dlKMW3lwTj86y5tRv7e1igt7KHMICbBFkrx7d60JPG3hGWBopXu3B6H7MePpzxWKureDopWlivNYjYsWwqEAfrVRbimrbiaTauzYj8Q3NrCsU2lRYCEHcrAkN1qjaeI7e3vXi/s4ZzvRhM2V46CoE8R+H4jmPWddB7ZhB/makHi3Rc5k1HUpMdC2nxn+ZqvaOy90v2dJu/M/uC4msnu47qK3W1kIBaRG2ktn7xxxmup0mHSJL6KXVbMSRkFhLDtJcen+zzzXJJ4j8LKzNL/aFwWPO+zX/wCKq6PGXhHcmbXVDGuP3UcSopx7BqzqtzkmlY3ounSpyi5Xv0PadI1LwkPLjjhgtXf7nn4YN+J4FdakSbQYyApHBjAAP5V88D4jeE/KEQ0m/wBgGABEnH61dsfizoWm/wDHnb63CB/ArLt/Ikikkzm0Pe/Jjzk5/E0vlxj+EV43F8etPUYfTb6X3ZUH8jVyD48+H5JAt1peoQp/z0Xa2PwzQK56sRlhjaFFBweh+tczo/j7wproAstbt1kP/LK4PlN+TV0gjZ1DRlWUjIYHikMRkQ9acG2DoW9Mda4zxD8S/DHhsSRSXn228Q4MFrzg+hboP1rh5/jzvz5OiyID6TDP8qLMVz1vWbTSbqzL6ssUajpITh1+h/pXkeo6JqRvZm0nXf8AQy/7n7RaKXx3yRWRP8X0lkLtoDO56s9xk/yqm/xWZumgj8bj/wCtTsx3RetL54Zr2w1K6i+024IDSjYGPqABXK33iu6sdOu4ov3zzr5Ts54VT1x70688Z2t7dvdTeHVM7/ecXTDP5CsrUtZsb7Tp7dNCjt3YbhMs7FlI579RVJCbNmy8IeHpdLtbmeW6WSSBJXVZehYdhipLnwl4cjsLl4RctKkLsm6RsbgpI7D0rnrPx3rFjYwWkUdm0cKBELRknA6Z5pbjx/rd1bS27C0VZEKMVi5wRg9TTsxaHSeCYdX1zQS0V/FbxWjtGAYdxxgH+tbb2EtsjSXuoPJGo3MI4gpPtmuK8OeKrvw7oqWtnZQSCdjLI8jNknJXGAcdAKvt8QNRfO7StOPOcsGP9aiUZPY6KE6UW3UV9PxN+1sppJJrmGFEUrzFMpO8D3q0DZpGhuVitwxwS1t8ufYjiuXPxC1ok/6HYDP+y3+NRnx3rLDH2XTwPTyif60+VmF0eqeH7zR7SKSPNpc5OVYMFH5VpXWsaLGqySxRQnOAY59p/SvE28X6oxybPS8/9ewp6eN9eiOYvsCf7tstTyMfMj0iS4s7gyqNUfyTkgbA2fbpzXM6tf6TG6CG4HmAYkHlEH+VYB8f+J2PN1b/AIW61Xk8X69M26Se0ZvU2qE/ypqLQNpmoNUsh0kY/wDADXV+EorfUoriQbgu8KCykHPtXnjeMNfiTct1bjnoLWP/AAoX4g+KI/8AV6kqf7sCD+lU02Sj0uNGh1+9SQfMsIGfXrT9Nkij0C3uLaw86eAk3EjEHCnpx1xVexu57y9uZryVpHFtGGfAzjGf61w48SJp5aNLpipBCsy87e1ZtNmi2udHO4eR32hQzE4HQVTbmRfxrnz4ri73G76xVa07WU1K7EUEi7lUsflPT8ajkYXOtutMit7QzBmPyKytnIJ7j2rNiHL/AO9SteFoTH5rNxwp4zXP/wDCU20LupdSQxzwetTGEgbR1cCk1YI/0mEHoCWP4CuPXxlEv3ZFH/ADTn8UvdFBDcJHJgru2Zzmq5JC5kGijzLm+uWyfMmbH5mtpggjLEY/GsK022FuqQzEnOf94mtnLtCp3ZkbH7vnr6VckVF6HYWCX1lYwz2/jTS7ddmUTzk3genK9a5eSRrm7aSS4aZpHy0x6sc9a3hHFHZsT4GulYJzPJNIFU/3uVxXOoxDqdygg+nFJjiLN81/tDl+2TWr8RbqS20bSrKN2RZdxkCnG4KBgH2yazLYGbWIxxy69PrTvibNu1qwgB4itiSPq3/1qcdyZHFKq7hgD8qq6dzLcydyAPzNWiQsbt6KT+lV9NXbbyMf4mA/If8A160My3W9oyn7H0+85rAJrqdHiIsYT6jP60pbDjuaMO1t20g7TtbHY/5NW41FQQwRwGQRM7Izl8uADz24q0owKgshn61XqxP0zVY0xMKfbpvu4U9WFMq5pCb9SQ9lGaBHS98fhUscZzTIgDKufug81pJH8v8Ax7z5/wCuZrMsx9Uytsif33/lVe3WtW+0+a7kj2xSRhB/EvUmqxsLm1G6WFgn94Dj86YEkeOlSio0p5PFIBucy/Sq9y2ZgPTmrEfVjVKRsys1NANJyaM8U3NKoLOqjucVRNja0u28+4s7fH33GfpnJ/Su9cZJPTJryzX7u/stMD6VdfZb4yKIpcfdA5P5jj8apWHxZ8RaXtTxBo8d7CODPa/K31x0P6VFij1mWALFiKLfk5I3YrFubW+aDyoY2SRmwz/3V9qg0P4k+FNdKpFqAtbhv+WN0PLOfr0P511bRiRVkRgykcMDkUXEZYgWJPnSRjgAM3Wq9/dC20u7YqVKwswdTgqQDg1uYOMYzivN/ixLeLpG2xtrp/3TKTFGzcsQO3tRcD5xtG2yDjrXafD7Ufs+p3WkSMNk4JiLEjB9MgEgHOMLgnPWvUv+FceC0dtuiR5KdBPJkepHzVSl+Fvh/wC3w3unyX2nzRnKtHMHGe33s/oa150yVFo8S8T6Z/ZHiK4tlGIzh4sjB2noCMnBHTBOeOaoXHNzbSj+Lg/UV7Fq3gyHxhI0L3a2Wp2qOIwADGWBwyEA/KM8g9TnNebeIfC2seGEjTVbXyxvDRzRtvjf1AYd/Y1SZLTMsJ5kbxdyMr9R/iM00HzLdJM8j5G+o6fp/Kn8q2V4IOQaaoC3TRrwk4ynsew/PIqhHq3wuv8Az9CuLFj81rNkD/Zbn+ea27hDFcSR+jcV558Nr82nig2zHCXURTH+0OR/WvStUXEySf3lwfqKzluWtikTWjpUuJtpPUVlkmp7OTZOpz3pAaV4u2U1BE2DVy9G5Vb1FUFOGpgaUbfLQ6NKdqKWb2qOEjjNWre7lWIp+7+RypPljJ9P0IpDJrCJYo5IJZY1ZWD4z2P/AOqnXkUZs5Ckql1G9QD3BzTftcoOR5f/AH7FUNdu71tCvBBKUkEZIKKFPHbI5oAdIoeJ17EcVxroUd0/unFdbYXC3enWtyv3ZYlYfiK5zUI/Kv5F9eaTGU8fvB7iri7v7Nb721bkdmwMqP8AgI6fWqndT71YQbrO5HHDRndtGRkMOucj8AakBydakYZFRWkQisrZN0jOseH8wYIOT+fGKsYpsBiwRtcJO+/zI0ZU2tgfNjOfXp+tYHju287w4koGTBco34MCp/mK6QlY42kkZUjQZZ3OAo9zXE+JfFdve2k2m2CeZFJgSXDjAODn5B+HU043uJ7HFbPYflRs9h+VTUVsZkWz2H5Uuz2FSUtAEWyl2GpKWgCLYaNhqWjFAEew+tKENSUtAEWw0uypMUuKAItppdpqTFGPegBmDTSOKkpCKAKzKQcrWlZ+JtcsbGaxtdVu4rWYbZIllIUiqRXmmsncUWAYCS2TyT1JqyvIqso5qdaAH4pNtL1pcUANxRtBBBHUYNOpaAIRaW//ADyH50v2OD/nktTinUARiMBVQDCrwB6Uvl0+loAZsFLsFOooATaKNgp1KKAG7RRsFOooAr3YAg/GqaDLqPVh/Ort7/qB9aqQDddQr6yKP1oA9dsSqHUmYnaIlBx1wErz258OLcxebYajbzccRy/u3/Xj9a9AtjEI9WaeQxQ9HcLnaAvJxXOJD4RRMtq17Io6mO1P9axu09DuoUaM4N1HY4qXRtQhGXtJNvqoyP0rX8HQumo3TMjKRDjkYrtNKk+GSv8A6VqeuZ/uhAg/StjWLn4dQ6Q40CS5fUXwEdyx4zznPHTNVdtamFSnGL913+RzTxny5GGMhSa86S3lfny3OTk4Q16JDcxjeWO3KkZweDVrQPFnhGws1s9b8PX098iMr3K3R2yNnggZAX+lEXYz5bnncWl3sp+Sznb/AIAa1LTwzqLndKYLROu6aTH6Cr7XF0VYvJKAemW/rUin9yMnJ9TzSU7mtWh7OVmyxb6Za2Txubv7XKhzgIQn69a1GmikePeEt1LjMqA5T3/CqkQjP32YEADgZq5psc0uq2sdjAl1cGT5becDZJ7HkUndsnobWpaoWjljPjW91BCNoiUSKsg9OeKxEAJ+Zflx2ro9eTWIbB2vPDmlaZCXwXt4xvB9B8xrlhgnhmFJhE09Ai83XoV9Hz+QrI+IE/m+Mrhc8RRRx/pn+tdD4Pj8zWt3XapOa43xTN5/izVZM5H2gqPwAH9KcNyZmPcti1Yf3iFp9su2zjHrlj+NV7wkqiDqcn+lXcbMIP4Rt/KtSBjdK7eyCxW0MXRgg/lXFwr5lxGn95wP1rtHGPwqZDRfVfXvU1U1mMEEBK7gy5PPPU4/QVYSVJl3Ic+o7ioLGz23mQrcmbaIpQNgH3iQevp3qoetW5RxnvVQ9aZLErX0KPMk0p7DArIroNFTbYlj/E1J7DRX8SSv9m0+0jOGu71E4/uqCx/kK3XdwceY/HH3zXP37C48ZaVASBHaW0t05PRcnAJ/BTRqvjDStIuYxItxOmweavChGPTnOTjIOKVhm4WY/wAbf99GlycY3HBPTNRxSrNEsqA7W9af/EKkZOvSkc8UUyQ0AOB2wk9zWczdT6mrtw2yDHtWazdqpCZJuqxZfNcgn+EZqnmr+njKSP6kAU3sJGfr8m+5hiB4Rdx+p/8A1Vj8ir+oP51/M3YNtH0HFVClSVYy73SrK8wJrdNzH7y8GksZvEHhxi+h63Oka8+RK2VPtg8Volf3h4+6KhmXK4/vHFAjpNK+M2oWRWLxFo25ehuLY4/HB4/Wu+0Xxv4a8Qun2PU41mY/6mU7H/I9a8eEf7oKRkHnBFUZtCs7htwjMMn9+Pj9KLAe1ybd4YgZAHP4Ux/KkG10VlPYiuJ0e6+IlhqUFrrWmR6naSMBLcKURoh/eBBwQPQiu5Cr3Tj06UmhrU5rXEksdUt9RibIc5JDEDzFHIOWwNyAgnB+5xya176zsNZ0p4ZlNxp93HgrImDyOoz35yDT720N/ZzWwHlsfmikznDjlT+BHSs3w5dNNA9m4CNHmRUfOVGSGX1+Vsgk9SeKb2uM8G8T+H28NeILjSzK0scYV4pGGC6MMgn36g/SsOeMtD8v3kO4fTv/AI16z8Y9NO/S9WCno1rLx/wJOf8AvqvK+QwIraLujFqzJbC++x6nZamhxslV2x2IOG/z717rqAWayEqYIBDg+xrwGGENctZE4WYho2PY/wD6sj8K9y0J/tOgRws2WjTyTk+g4okNFInIpI2w45pSCOvbrTe4qBnRqfOsQe4FZzcNVrTX327Rmq867ZCKEBYhbOKsIcXLj++oYfUcH+lUoTVrOHhf/a2H6H/64FMaEvtQg0+NXncKpySxOAqjqTRDqWm6p50dhdpcwMAqyAgEkjoVqHV9Li1axa3lGQQVI3bdynqM9j0IPqK5vTPCculXKxWs91KHkQtLNCI/KQMDgsCQ54wMeppDNPwnIRorWjH5rKeS3I9gcr+hFN1yPbcxyD+IYNOsP9F8XazajhbhY7pB/wCOt/IVY1uPdZq+OUOaGBgkfKfY5qQECK53FRlFIyVGcN2yM9/4eaYeQfcVLEx2TAFhut2HBYZwVPYHP6VAEw4p27FIi/Ko9VBGKcq96AOa8dQu+gWtwGbZHdbJFB4O5TgkfUfrXA16vrlkdQ8M6lbAEuqLOgUZOUOeB9M15PkgAsrLn1BFawehEtxaKM0VZIUtJRQA6ikpaAClpKKAFpR1pK6nwf4R/wCEjnM9zcwwWETYkJlUSOf7qgnI+tAGFaadfX2fsdlc3GDg+TEzAflVn/hH9aHXRtQ4/wCndv8ACverGK2sbVLHTxHbW8XChWXaR378n3q7vMaZVtyj+FDkmo5mVY+djoWsL10m/H/bu/8AhVW4tLmzcJdW08DHoJYymfzr6G1PVRpyZLGW4b/VRj+H681h22jy+I5JF1BfOilBErycqg9B70KQrHhpyDg8Gkrf8S+HJtCuCUbz7IuVScc49m/oe9YOOasQmKYakprDNAEeBT1ptKDQBJRSCloABThTRTqAHUoptOBoAWiiigBaWkoFAC0UUUALRSUUAV74/uV+tQ6eN+pWq+sy/wA6kvv9Wv1pNHG7W7FfWZf50MD09wp0fWS7bVZmBPpxiuLleG1sDBbuj7m3E45FdbeSLH4Z1SR1LK0jZAOCea45b+1j+b7FI/8AstJwawluenhFBwfMmyoJpWYAlP8AvgVctMm6TcUABzkCt/QPGmiafcbrzwhY3Q7M7liPz4rppfitoplAtvBel4IwN6L/AEFJJ9zatONmo0zkmaML+8BdDjIB7Vh6zbW6vM1qJDbkgoZBziugjl2XMFy9vE4WTzTG65Q85wR6e1bHiP4vXeqaPc6dFounQxXCGEny8lQeOPQ+lUzjwjcZOyucfDLJHEoVzjgY6j8q0hcRyNCs1vGqDhjGME/0rKQfdHvVwfM0Q9XFEdi8a/3zsXEILvtVsbv0q3p5sjqUQ1KK6a1ydxtMeYvoRmoraSDGHiHOcnea0/D080OtNPY6vbaRMkLESznKsP7vIIzR1OToS6ufDxgjGlWOqxTBvmlvmGCPb3rLRsI5yDWnr1/eXrw/atej1YqMqIxgJn8BWRz5Z+XFJ7jR1ngRP9Iupj0VQK8zvJjNf3UxOfMndvzY16b4Wb7L4b1K6PGFY5+imvKYvmC55zyauJEgwHv1B+6mM/gMmp93Huar2/LSSEckfzNT1ZI+GUwTxyjH7tg3PtXXC6We3WVeA4ziuXsJbWG6D3ib4gD8uep7VYN/eS3iRWsUBheRVGDnAJ/nUyGjr7xcLCn92MD9KqDKNuUlWHcVoXinzz7ACqRX5qkonW63YSXhv73akcfNUSrmRj6cUuSv060CYprqLJPKsol6fLk1ziRMywyFSEcjB7V1EbIuxS64GO9SxxMO0hGo+JfEDsxVBElkrDqPl5/VjUY8KW89+l9e2kT3iYzJ57GJiBgN5fr3wTirXh6CS1tbyS7HlXFxdySurnBGTx+mK1vPh/57R/8AfYobKFjjWGJY0yVUdT1NSL1zUYkjJ4dT9DUkdSBLUZ5cD3p9Rp/rKAIb1sKBWYz5NW76T5z7Vn55q0SyXdW1ajyrROOcbqw0BeRUH8RxXSW8YeXb/Cq0pAjnJbSRck855NQbCDyK6yW0Dc4qm9iudxXhRmpLuc3j5GJ6k1XdcyKvoP51sS2DcgVnrC3m72Hyljj8KYmNKc7R9Ke2EiZiQMDgswUZ7cnpTlXL5q1ZWxutWsLYBwsk4LsqghVHJyTwPr1oEdvBr1rMwE4MDYHJOV6evaqlz4ieS8ksNE02bVLyLHmbSEijz0LOeB7dz6Vj6/b3ultDCkam5kKiIMchmPC/hkFj7KajtUbTIPIt5pM7i8km7DSufvO3qTRYZo3Wv67o6G413wrItgvMtzptyLjyh6snDYHqKiupIob6013Sylzp97maN4DlXYDDjpwWQZ56FG7mov7f1KD7l5ID2yAf51wwefS9dksbeTbY3r/aoYCoMccw5OFPABIPHoQKasDuj0Lxrb2eueFb6xhlEk0kQuLVB8zbl+ZcAc4IyPxr54PIBFe32d3Lah7+xnlt5JFGSADlcng5HJU5U4AHQCvIdetGtdVnRQCHcumBjqf8auOhEijLZSvpTXyD/UOPrt7n8DivQvhtqhuW1C3kkLNIVuVz154b9RXL6q39n6RbWafekOXHqo6j8Sf0qPwPef2X4tghLfu5coD6qw4/pVvVEnqF5H5d1IOxOR+NVT1rT1JAGjf1yprOasii/pku2bGeoqxeJiQn1rMtZNkynpg1sXaholcelMClEeRVw/NbuB1AyPqOaoKcN9KvRN70MaLSsHUMCCGGRThn2qpIi7OFA/Csy4TnpQGwmqI0HirS7xBlWSSGXHOFIyCfbI/WtK8j82zkU46ZzVbTWBSSM96y9QjwGAH3T0oArRo2xCwIXOM+tWpYlRYUVcbg6njJ+4T/AHl9PXFMs8NYgd0JX8jkfpVm6CmK3ZsbfPXOcY5BHcEd+4/Wl1GSQwg21tIe6AH8qay4JFS2Pz6PbtnhQefxNNlGHPvUsBIADNsKhldShU5wcj2rm/G902m2cOmaY9oCiL57wTtKJWOfmO70x93/AGh6V0cbFJkf+6wNeda9CLTXtQso5HMMc7SKjfwlwCSP0/KqgJnOTbfldP4h8wx0Ydf6Uyn3LbLp4tvDgOD6Go62Mxe9LSUtABS0lLQAUtJS0AFJtXdkqM+uKWigAwB04p2T2Yj8aQDNFAF/TNXu9IvVubZ8kcNG5+Vx6H/GvYbHxdDr3huOOyBiKYWdA2CvsR/XvXh9WbHULnS7oXNrIY3Aww7MvcEd6TQ0z1PWZ7SdZrSHe1qygSmUAkZ7YHU56V5LIhilkjORsYrg9eD3r0ETeaI2VWC8FVz8wJGev98jv/CK4S/QR6jcoNuBKcbc4/DNCBleg9KKDTER4pR1pTSUAOFOpop1AC0opBSigBaWkp1ACiir2jaNf69qkWnabB5tzJ0BOFUd2Y9gK9V0z4F/KG1bXAG7x2cWcf8AAm/wpOSQHj2DRivoCL4N+E4lxI2ozN6tcBf5Cnt8IPCEkS7Yr+MkdVuc/wAxUe0QWPnyivbL/wCB9jIpOma1PE39y5iDg/iuDXlfiTw3qPhfVW0/Uo1D43RyIcpKvqp/p2qlJMLGPRSUVQFS+PyJ9am8PLv8Q2A/6aioL/8AgH1q34XGfEtmPRif0oA7y/lEXhS5dl3BpTx65auP/tDstsoz6102uzCDwWGJA3zAZP8AvVwZ1Jc/65f++awknfQ9fBOkqfvvW5Y8h3YkL1PrU0No4kViAMH+9VH+1Tni4I+gqa01JpruKITudzYxU8sjsniMPyvU7KCLzLbLc4XiuUvYjuUKrEb8sQpAFdlH+7spGP8AChNcm95JFbo08jlJMgDNU03sefgp0483O7DLjUIbKRFkDEkZ4qzY6pFe3MaRow2AsSawNTmW5ulYcKqgVd8PqBLcOOdsZq0rRObFVFOtKUdjr4VtTCrPLIGIzgIK6Dwtp09/Nei00yz1FFjAP2slfKJPBGDXNwaigtRlUO1QM+X3rpfCM9my3d1Oupq2AkbWUOQ/qCe1SZMh8R2UunXyQXlrbW52Bglp938c96xnaDZgCX2yRWh4i1WBtXkjtRe7SFDfaU+fIrJe8MrmHDDjnK8UmM6pZTa/DO+k6GSNwPx4/rXmOdsZI7LxXX6l4o0yfwZFo9pOXusASptPy4bnJrkG/wBUfqP51cdiJMfAMQ/V/wCQ/wDr1LxTE4gT3LH9f/rUVRJpaXDb3BlS4X5CAqt6GtnTPCkUN/FcRs+UcOpflcd/xrL0goY5EyC+7JX2rttClmjspozhotvBPVamQ0RykPNIfVjVcp81TDnk96Vh8pNIY2O3/wBH392JNReSWgnP90AD6mtRo9lsinsoqER5iVB1kmH6UhlqOPZaLEOu0LWjZoE4A6DHSojHtAb1NWIeI2PrUlGZq775VXsKpQoN3Spb591y3tSQDkGn0EaNuMCryVUhAAxVlTxUjHseKanAZqGbimudkGaAMq8fLmquafcNmSoc1oiWXdPXzLxT2Qbq6WyX5Xf1OBWBpK4SWX3210tumy2QdyMn8ahjWw6o5Nvyo3G41KaY6CRCrDrUjK0lvtt3kYc8ms6WyAQADkAL+PU1pzqI4EhQnrjmlVWWVYpU3Yy29elMDAexZCxWl0YINYvLhzEPsluIt5jZyjyHHIHH3d3TmuiNspx0x3NY+klvsMl1I08X2i5kmy14qtGi/KMY6j73ApoDldG8aTxa1Be6i8cjQrIvzDKoAoUYH/fQ/wCBV0//AAnfgq8i3TyiCb+NFOMV5poGq6Jb2N3capNDLcSPmO0ntPN8wdSS2Rs6nkHqOlYuu32k3FuYNO01Ld2bLTid3JHpg8CteRMz5meuN4s8C5O3VXX8VNYWt+IvCc2s+H5rK5aeK3ume9dmGBF8vp715Tp2jS6lci3topJ5SCRHEMkDuT6Aepre/svQdHB+2Xrzysu1rW0UMAf9qQ8enABo5Eh8zZ6dBr2g6jrLLozLLEy73t1wSxHDAYGTlRkZOAVJrkvF13ol74mtLDTrJ4JoJSZXaTcJBjIx7d8+9c3b63a2lzHPZ6e8QjPDyTcdfQAA/THNdpq1pa6oun6/bwK8gOGlDHOzGCOMA7SewwqkDPFCVmJu6OH1+XzdUZe0aKn49T/OssyPCIbuL/W2jhs+2cj9f51oaggl1K48t4DKZD8kkoTH502TSb+yj8++tJ1tpFKNKVxEFPXBGQfX8KpEns3nJqOixXUfKvGso/Ks5jxVT4fXRuPDAs5WBks5Gt257dR+GDVhgUdkPVSRWb3LQqnByK3o286yBz0Fc9mtrS5N0RQmgCu3DmrMLVBOuJDToWxxTAunlaz7lavKciqlx0PrSGyCyfZcj3ov48ysOoYVAhKSqfQ1dvhlUehCMnTvlkniPqGH8j/SrM+fsKnkGOeI8Zz99fQg/kc1XH7vUEI6OCp/mP5VYm5s7kHpgPz7EH0ND3KRa03P9m7GzlXdTnPr75/mabLyAadpuBHcIMYW4fGMf0AH6CiUfKw9DUMCuelcV40i8vxMkwHy3VpHJ9WXKn+Qrtq5jx1GPsmkXeM7ZZLcn6gMP5GqjuJ7HDXkbNcI4BwIzzj0qr+Nbyrv0yZYwxuJ8RQJuAJJb5iQeoAGM8ckVV/4RvV+n2GTj1I/xrZEGXRWqPDer5/48X/76H+NO/4RnV8Z+xN/30v+NArGRS1r/wDCN6p0+ynP++v+NKPDOrHj7Kc/76/40rodmZHSgVtf8Ivq4GTa4GepkXH86cPCurf8+6D6yr/jRdCszEordHhLVj/ywj/7/L/jS/8ACJ6r08qIe3nL/jRdDsYVJ3rol8G6w/8Ayztx9bhP8ad/whGs+ln/AOBSf40XQWOcxzQw4IHpXT/8INqwODJYg+90n+NSL4C1ZiB5+nAn1u0ougsX7Jo20+2KY8vyQMHpwPmH0zyT34FcpraldZugd2Swb5uvIHX0+naup01HisI45f8AWREoSCGztYgEeoz90dzz2qveeFrrVblruC4sooyAuJpwhyOvXr9e5zRcRx9Arqv+EFvx96/0sf8Ab0DSr4FvCxB1LShj1uRRdDscmRTa6weB7o5/4mmlrgZJM9VT4YiB58QaL+F0KOZBY54U8VuN4dt0+94h0b8J8/0pV0Czzg+JNIH/AG0J/pRdBYwxTq3f7B04DnxNpf4Fz/SkOi6Yp58Tab+Af/Ci4WMTFKASQACSTgAdSfSum07wraavfx2Gm69a3d3JnZDFE5ZsDJ7eldv4Z+Fd9p+vWt9fI8kVufMEZjxlx93r6Hmk5JBY6j4e+Fk8MaVCsqg6jdbXuX7r6IPYfzrv+1ZkEMqXMXmIVLZPPetJjgYrFu40M700M4iXCggjsea52bxzo1v4yj8LSef/AGlI6IMKNmWXcOc+ldHGT5fT7uc/nQ1YQqzbT8yMP1rmfG/hmDxVpEtkwVbpB5tpMR/q5MdPoeh/+tXThuM44NQ3MbSyoEGWI6ZoHc+SpoZYJ5IZkMc0TlJEPVWBwR+dMwa908U/DD+2tcl1KFJFa4AMqpIijeOM8+oxXI6t8PrfRJIo7y31JjKpZDC8bjAOD0NaKSFY8rv/ALyfSr/hRT/wkMBx91GP6V2UnhLQ5JQLmHVoSo/jkjU/l1q7o+h+HNLuprmO11J5FiZEDzoQxIx2p8wWMLxi23wRar/emX+tebqMsB2zg17Dd6TZ6rpNpZ6g0qrH8xWPrkA9azh4R8MR4Oy6f6tTUkkFjOj8N6Ne2UaANDLgDzUbPPvWbF4TvNL1eCUsk1uGz5inp9RXa29ppFs2Y7WUnGOXPNaMAtblxDHabV7kt0qeZlWRjTbI7CYyFtmw7sdcVxF2g1GQLZQXRhTiPevb1r0ydbKGRowrtjrg5qNfJfAinWP2ZcUJ2Bo83i8I61eMPJsmA9XOK6bRvA2pWccpupraMuMY35rq3tNREWbbZceyyYrGkm1aO7Vby1eGAH5sKSfzobbBKxlzQyW7vAx+4cHB4NWLPV9X0+0e1stSnt7d38wxoeN3rVnWzYkxPYkIxH7xWOfxrGxPj70f5UkmO6J5ZJriVpriZ5ZWOWdzkmmZCBm68GnRrI7AMwVfXFRuGwQxB7dOtPlDmRzdpEVeVyPvcfrmrR+7+IqxcoIwihcZJ/GoGxhQP71UQSj/AFUf+7/U0U4cRRrj+EUMB2NMCtulivPOhYq68A16J4c1NLzR7hSpSeNRvXtzxkVwWBursvC0e3SbqXGDJMsf/fIJ/rUyGjWpyLuwPVgKbU1uuZo/bJqRlq4Ixikt0LXdsh/hQuabPy3FT2YzezuP4FCCp6DRcnIDKvotOJ8u2z7VDId07fXFOvX2QYz2pFGHK2+dj6mrMHaqQ+9V6GmxI0I6nBFVozUw6VIxxOeB3pt22IwBSrzIKp6hLjNNbgZsjZcmmZ4puc0AF2VB/EcVZJ0GnwkWkKd3OT+NdCQBwOg4rMsY83KL2jXNadZsoSkpaSkBXYeZeIvYcmrZ5OarWvzSySH6VK7SZ3RgOo+8ueaAKmtXQsdCvbjIG2IqpaMuMngZA7c1xvjK+Hh/wWljE8aXEkMdqoFqUOCMyEMfckfjXS65ILwadYR+Zm4u18xVmEbqi8nIPUfoMVxniy2m8T+OtF0INMI5D582boTJtYks2B91goIOfariJnDabp8GoWgnkQMdxUE+wFXV8NwSfciGD36Co9MvIdM0tIpgizKSxDc7ueo/KorzxKWysKn8ea2sZnS2VlaWvh6602Kf7OJFMkjRNg3DgjAdsZ2KMkKO9chcWkdpJ9lae3dYyQJB8xbnqB71VF3eXs6RxljI7YVUPJNdbpPg3S/s7SeIPFVlpDbiXtoXSeZh74OE+hz9KAOWne2QAhNvHWViSfw/+sK7TwLcZspoY3iuLIEb8dYCeBuTrsJOMjglucYq9ps3wz0SFXS2ttSvF6y39w0i59kAx+hrMvdeh1C+lEGujS9MdsrZadYEcHqOAMgn1oYGgfBNney6lLc3bwASZgYshVVI/wBrG8hsqcbQMZzzWbaWtp4fMi2HiqCxnYgGRb5mP/fmFWU/RmNbapYeKdL+e3inuISfJFwp5I4BIDAnIGNuQowCa5kX2yRobbU5bFkJVobHSkhYEdQSWzn6mkhs6fw7KY9fmlFx9pS+iHmTLYtaI0ydwpAHK9wB06Vrakmy8JA4cBh/WuN0eZY9VjnFzrV5OCM/ajGqjnrtL5/Ku51VQ0EUw7HGfY1Mhozc1oaZLtnxnrWbU1vJsmU+9IDYvFw+cVWjOGq9cfPCreorOXhqYGgv3ahuBxT42psw4pAZzcNVwnzLH3FU5PvVZtGzGyGmBQmyux/7jA/lUs/EUwzwY2x+WRSSrlWT0oky9nnuU/pikxot2ORLdq2c+eeue4HqSfzNSzD52HqKq6eR5tztxgsjfLgDlB6Ko/T8TV2bqp/CpYyh3rL8UW63fhK/RlBMLRzIScbMMAT+RNajfK5FNmtxfWF7ZH/l5tpIx9Spx+uKS3BnjbaghvEhh+ZSwV5D1b6e1Z97IftBKuwz1G49arxsUkB7g5/KreqhRcIVQKCmeO+TnNdJkUvMk/vt+dX9OhkuZsb3EY+82T/nNVLe3ad8Dhe5xXV6dbrAgCgB1HA7L7/WpkVFXOo0ZYLfy1+zoZOinGSn/wBet2MCOfzZAi9lAGSTWHorbHyw47E9Sa0rtmW5DK2CVx9K5nudCtY1tStF1DTQFIzG3mhB0JAqhpelSandiCNQF6yOR90etXdInAIiZsY6E966zTILe0tCkO1NzZkyeSf8KtMya1Ki+ENLC42O3u0hBP4AUHwlpX/PI8/9ND/hWt5qAn97H+dM8wZ4lj/76o1EZR8IaT/cf/v6f8KT/hENJXny2P1lP+FaxkUn/XRD/gVBwefNjx/vUwMn/hENI6+U3/f0/wCFPHhLScj9yev/AD1P+FaeR2liH/Aqkyp2/vo89/moYjyq7txZatqFgufJtrp0iHTAb5sZ9eTz2GfWkjRX3E4PAyQPy+nsOwxV7xJGkXivVB5il3aOQjORtMa8/TI59TgVUgGS4Y8jnBPPXn9ep9c+ladCeogjUH7nHejyhz8v0qzgDPHApNuAcdfWpKKssQMUjMONp6fSvIJU2TOvoxFeyzHbaTdM7Sc15BdlTMwC4YMST61USWV8CpkDK2GDKfQ8Vq+F9SttM1mN7yCKW3k+Ry658v8A2h9K7D4iaUPsdrqUcakodkkigDcrfdP503KzsaRp80HJPY4Dc+PvGmHJ6kmu70bw/wCDLvRbW4v9T1KO7dMzJHLAqq2egDc/nVkeG/h+Yy41jVZFB6me3Q/lRzGViH4MOIfiXaP6W0+P++K+j/t59RXh/hCx8IaZ4mt7nSL+/lvAjqqTTxMpBXnhRnpXqFpeCeViT+7iXe5/kKym7sZq6nqv2Ly5BtabbnDdAPU1y934qupjiKaWVs/dgXg/jWDqOrSa1q5GT9jD7eD/AKwj+grpoUijswEUKMdhSsNHhOtnxFa+M/7SuncahJIJornOSuOF7dgAK3TrXjk/vE8Q3GW55C11fiKyjuJVfHzL0NYgXacE5rS4WOn0DxhewaXbRarLeNdquJbgDcrnPXA6cV2mk+IUvih+0RzJnh16qfQ+lcDpeCwrYuoRA6XNsFjmUckDAb2PtUNDSPQHuCrkE15t8XbxTZaNE12bYyzSAS7sKMBTzjmusttSW90mK7XqvyOO4/ya8w+MN6pt9FViceZKcjtwtKHxEnOafeeT9ojF/HdAMh87z2AOVyQCfTpV3+0eP9ZH/wCBQ/wrjbPUFXzlEsQUPw0yZDe4x0qz/aS97iy/78E1rYEzrbXUwt9A5IIDjOJkb9CK5efUZ1upkFxIFV2xg9s8VENRTcP31mf+3Y1baM5JwNxOTxRYbKgvryadIoLiZpHYKoz1NenQ2I8O6ABcyl7p13O7GuAhIgvIZAMYYfga6vU7O51Tw+8j3Y8xRuEeeXHpUyBHE3via7e9b7K4WEHqR973qeDxDdnllicfTBqlDYvPztwvfNXv7MiHIU++DVWBs07bxCcgeW8beqNWtb+JZlwvnOV9HGRXMrp5V/lkO0cjNTCKdQANrD2PIpWQrs6+LULDUN6XGnxTvjqiYb9K5xrcLK+FI2sRsPWrugeJI9BeRpgFz1yM06/1Aaxfm9jXaHUcgYJ96FuNmUwKse2eKQKWyOoqyyOWxtX39qWONgcggBfaqJMPVAVuUXjhM1SPBT6/0q7qZ3ahJ7ACqTZ3R/iaQywR0Gf4R/Km0rECRs9AcU6P55QMUwBEByScYruNEj8nw9ag9ZHeQ/ngfyrjzAwBOO3QV3UMfkWFnB3jt0B+pGT/ADqWND6tWg/eMf7q4qqOtXLb/VyN6tj8qkYpG6ZQe5qzppzHJIf45CfwFVc4Lv8A3VJqzafJaoPRCfzqXsNE0XzSgnuc1BqsnybfWrFv94n0FZuovulx6UkMpKfmq9CelUB1q7Bk02BoR1OKhiHSpjwKkYqdSaxr+UGQitYtshY1zlzJulPNUhMAat6cnmX8Y7L8xqgG4rW0ZcmaXHTCimyUdNpq/LLJ6kKP51dxUVlHsso+OW+Y/jU5FQWMNRzNtiY+1TEVVuz8qoOpNICS1Xbbj/aOaRo0MyhWaOQjIK9D9anC7UVcdBikMiwq00hASJTI2fQDJ/lRYDzbXvFk6eLJle3tJU04vbxlockkjDHPr1x2Fbfgmz+26xqHimaJI5LvbbwqsYQKq43HjqeFGe+DXmLyyXLSXJ3GSd2kOT3Y5/rXuul2S6dp1lZKABBEiH3OOT+ea1muVaE3uzwlfDFrfRT3v2/yrRCQk8hLIT6GVgu4j0RWNZt5DoVoqw27zTzE/NNMojT/AICnLY9zirN/JfX0kM15JJGWX908/BKgdEXoo+lVbQ2MEw32sV4x42zTuoJ+iDP61oQWNBsdDvNZgtL24mMc2VC2ceCW7Asw6H2FdxJ/wiejRvbLpmlxzKM5lVrmZAO7FiQP0rl214WsG2LR9IQ5KmOGeVZB+tSWGoWEUDyrolrKZMmQLqZ8zkY5V1J70AbVv4o0+a7dbWyWQRxmQmIRwAKo5YjbwMf7VZGsx2d7HYSWLy6OJYC/+qDLc5kb58oxIA+7jH8NZsn2G0s7nTVg1KyknK+dJII5jsHIQ7dpAJwT68VLq2h3cmhaDJNc2U0Gx47ZYpcTshcsC8Z5UZzzSH0NPSdSmjv5JYFSRHnYOrOFDKST904LA9xUHxA8PiYDxBZxuVk4ulYEsD/fPqegYgAAlfWqGsyPpttDpcShDDNuui6YfzCvC/MOgGfqc+1b3hjXoTIum3Sx+RcJtUEblLDgqc8Hg9OnOT0o8wPNo7y5hGI532/3Scj8jXumjXf9s+E7W46tJAM4/vL1/UV534k0vTNN1I293ZxxRy5aCe3YoGXPI7qSDxnAB6jg113w+kgi0uayt7gzRxSb13YyAe3BIPOaJbAi0DxTgcHIouI/JuZY+yscfSmg1AzordhNY+4FUmGGNP0iTcjRmiddshFNASwnipJPuk1WiNWjyKQGZN16U61fbLj1pZxzUCNtkU+9MCacbZm9+aZEN8DxnsSPzqa65KMO/FR2/wDrSPUUAN05gZJ8HPyxEnIP8A9Gb+f4VoyfNAfbmsywLebKWDAmKIjduzjBH8QH6Z+takfzKV9RWb3KKMww+fUU63fy7mJ/7rg02UEqp9OKjpAeVah4Svv7V1loVQQ2csjYZgMpu4x+YrHuYnure1ZBkhMHmuu+IN9d6b4jkEGwR3lskm8ryMja36qfzrmrBg0SLkYDED8s10JszZb062EcYLoEPb0Wr0bKoyOFB/OnQr5kDw/xHlTUAByc/lUvcuOxYfxCmlzqZopH3r8pXp9K2IPEel3e1jeoGY42sCCM1xWu3aMEtfKO9Du359e1YqjJHGfajkTDna0PbrH/AFocOPL/ALwOR+FbzXchsZTHhpVBIB71R8CeB9Wk8L239rSmy6tBEybpNh5BYfw/TrXZQeDbWHrf3DfRFFZ6Jju2eXXPi6VQjRsnI5G30quPGVwWBwg9q9Hl+FPhu4naWV9QO5i21ZgoBPXtUsXwo8IRnJsruQ/7d239KvnRHKzzWTxZPjKFfoadB4uuHyCV47Yr1WP4beEIxkaIjn/ppNI39asxeCfDEH+q8O2IPqUJ/maOdBys8rHiScnhkrQXXZBFGwMR3DnPrXqEfh3SYv8AV6RYJ9IF/wAKuJp9tGBstrdP92FR/Sk5rsHKzxLU5Wn8RyTBGPm2sTDavGQWH5+np17VNZ2tw7HZbzMCvG2Jse3b/I+te1vEoAxgY9ABTo9394/nS59B8up5Imj6q64TTLtgeeITUyeGNfb7mk3X/AgB/M16+pOMZP50ZxU8zHY8+Hw0uriz/fapDDJInzR+SWCE9s55rwjx54Tk8H+Izp7XiXiPEJkmRCuQSQQQe4Ir6rv7sxr5SEBm6n+6PWvCPjJo91HHperGBjbh5YWlxnILblyff5vyqoT1sxSWh5J2rXm8R6neaLBpE9xvs4DlQR8x9AT6CsuRt7lsAZ7AUJ1re1yU2ibPtSHB7UUlAjofAziLxlYnpkOP/HTXsWq6idM8I7o22z374U9wvQH+ZrwnR7uWw1m0uYUV5FkChW6Hdx/WvU/iDd+Xqlrp0ZwlrCq4Hris5q7GhuhykXCw9dp4rs73VrDTrZVu763gbH3WcZ/KvFLvxHcQFltHMf8ACZB1rAklmuZgC0k00jYA5YsT2o5R3PWtT8X6ESdt6JMf3VNYL+KdKLkrI5H0ri9Q0LUdL8v+0IUtWkBISWRQw+q5yPxrOKgHG+M/RqrlQrs9Y0vxTphlUG52c/xCu1uLmObT1nhkSSMj76HIr51+zziA3Ahk8hW2mUKSgb0z0zWpouu6hpk+LeSR4z9+MZYEfSpcRpntfg3VVm1C80uRvlnU7R6N/nFcP8ULiOe60u3lJXy0lLY7HIH9DUejat5Wv2WowthHcHirfxCsLqXxBfTPbWstnCRJCzfe2uoYjHfnNSlaQdDz0GOGRhayP5ZxyygnNKJ5u80mfZQK1NLtLS/1COOW3WONgcrEdtdCPD+lrp4lFqDIZAoJYnjNaXJOPgeaa5ijEkxLMB1FddJGssjMuBz0q3eaZZWd+gtLWOJgnUdqRoUjnWNSZGXqBSuMpvZoy7iSD2YDoalH25LcQG4BJGCSMHFSyL8pyTgn8Ke6lhnjcOuTigCrbWYUbPukDj3Nd14Y8BW2v6QLufU7izkdyqAxKyMB39a5vStMl1TUrexhUgzMAW/ujufyr2yC2htrWG1hUJFCgRAPQVMpWGlc4m4+D18igwavaSD+HzI2X+Way7n4Y+JrdmaOC0mX/pjMB+hxXqcF5NbcBt6f3T0NaMNxBcgBHMT/ANw96FK4OJ4LN4O160bN1ot1t7sibx+maotC9tJsljeKReNjptI/A19GmGZOVfB7AmsnWNHsdYh8rVLASkD5ZBw6/RhRzMLI8C8psdB15OadHuBwAGyemM122tfDi6tg0ukyfbYRz5T/ACyqPbs36Vx8kMlpL5UitHKPvK6lWX8DTTQrHIX7b7+c/wC2RVZRmdR6Ln8zTpmLyu/95if1oAxJMw6AhB+Ax/OmAhOST6nNXNMi826IxnC1S7VqaRGSs0noQKALcULNMsecl2C8e5xXYXGPtD46A4H4cVh6bCH1K32p8m8Pz1GOa2SdzE+pzUyGgX71XIvlt19+ap/wsfarjfKir6ACkUiOQ/uJMfxELV5fljI9MCqJ58lP7zlj+FXQcoPck1LGWIeImasW5bdM3NbD/JaZ9RWJIcufc0IHoNVeav26jvVIPHEcyyIg/wBpsV0Phqwj1u/CW7rNBEQZShyPUD8f5UMDW0vR4JbUS3jyIZB+7VeCvoff6VFe6HdQZaAi4j/2Rhx/wH/Crmu+JvCmlAwanrlrFMn/ACzhcu6/guf1rmD8WvCih4Te3LqowkqWxyPTgnmo97saJRa3FvH8uBs5BHUHtXNFsuT710Q8X+CNegFtJrDxTdFuJ42Rsn1PQj2P51g3VutpdSQpcwXUaH5Z4G3I465Bq4+ZE0k9Bma6LSYSLCJQPmlOfz4rmsFiFHUnFdvpkI+1Qx/wxLn8h/jRIlG5tCgKOijAopaKkY0iqf8Arb9V7Lyfwq2xwCfaqtiNzyykdeBSGi0ao6qgm0ue2YsFuF8lihwcNwcH6Zq8TWdeyq91HACSYwHfHbPT9M01uBzdh8PdMS7tpo7262RyK3lsFO7BzjPBr0X7FC7l1ndTuyQQDWTp0IkmDI3C9z1FaE0dw0git9sabhkg/Mw7nNE5NsqEFJ2Ko8AXQwsni3UZDgf6y3icf+PA02X4f6dKGjvdTM3QMDZxgnP04/SumnuXdDj5VMIJHXk8DmmBf34XsJVX8FFa3MjiP+FReGVlZ472SLII+SFVIx16cfpUMvwc8PuWf+1r5iAAoEaBsnpg4H613P8AyxzznyWP/fTVN/y3x/02QfktF2B51H8GNHZAz+I9VTgnaViJGOvODVu0+EGh2F0txbazefaAQPMkiR2yenJHH4V2u79zn/pi5/NqkJPmH182P+VF2ByeufD3TfEsm/V9dvbnbGFjYwoGQL3DYznPPOaxT8EvDxCode1b5XBVlEYIbtj5a9CA+THrHJ/OnHhif9qI/pRcDzrW/CenW1xZ2msCTVNJZt8crZV/lGGB2/xKOnQbQQBmp1+Gvh/wvDd61oN9dsHVcwOwaPYSDwcZyBz19a7a8sIdRs2s7hcxMZAD3RhyrD3BrnNHuZLGe48O6t/q5gAkvO3DcBhyflbPc5DEjoKOgjkdVjxcJIP41wfqKo4rX1GGQWbK4PmQPhuO4O01llGULkY3LvX3GSM/mDSGW9Nk2XIGetaN4vzZ9axYm2SK3oa3Zv3lsr0AU4zzVsHKVRHD1bjORTAr3AzVE8NWlMoK5rOk4Y54oAuOd9oGHUVDEcTxn1OKIJoxaOXcbB0PryB/Wo8ggMpB54I9qYCaaIxcyIm0EwLnaB1DHrgfz/StSE4YGsq0kYX6sW+QR8Zb/bbplm/TH0rSUqGwGB6njngEj+hrNopEc64Mi+jZquKs3U8Ky/M4AZOeOhqqKQFDWrO2uLjS7m4t4pgFeA+YgbGCGHX6mvO/F9mlh4kkS3jWGKWESIqDCg9OB+FezaRY2WqTi1vomkjRvMQK5XDYx1H41558StKlTV7RoIXfa8kOACTgHIq4PUUloc7p90tzbpMPvDhgOxq1OUAM/RSCW9sUzw54W1OR5ppZ7KytRgObq4UEnI6KMnIzn6V3OkfDePVbaaW48R2SWTFow1qpkdiOvBwB1HPPWqk0tyFc8hkabU71W2MzyEJFEgyT6Aete7/Dn4UR6N5Wsa/CkupYDQ2rDKW3oW9X9u31q14e8IeHfA94L7T2fVb8gqs10Nv2cf7IXjJ9etdBL4k1BjhBDGP9lM/zzUyn0RSi92dUE3MT1J604oFGWAUe/FcLda3fiFpLi+kjiUZJL7AK5ZPFMdxqUsd00cViqZS5mmGXb0C5zjHtWdij1mXUbCD/AFt5AuO2/J/SqUniXSkO1Znck4+WM4/M15udd053jW3kkl3Oqb1hbYMkDJOB0zWX4q1e+0/SpXtYXj2uqS3CjAXJIwOpByOtNLWwHtD6xpUWAdStSxwAqybiT+GauSbkOGUj618yt4vs30q2WWNpr2IECTZxj0cdD9Rzmum+G/jK6Grz6dFeTfZXtTKyXQ8xUlDD7g7DB71Tpk8x7eWOeTSZ964q38WX1xcXBW5txDG2xCLbPmepxjIqdvEepsyiO6s8fxb7Vgfw4/nU8ozrutPHArhtQ8W6vYWUl0vkTrHyyiELx+OP8muxtJJJLG1kmZHlkhR3ZBhSSAeB+NJqwy4pplxOlvC0jHgUZwMn8awb+9FxcY3hYUPBPQnuaTAo6rdyLaTTufvOgPtz0rB8WpHrfw61JZG/1No0iA92Q5FaPiCN5NCuSqHeE3JgDPykHBNcxc3csXgLW43jdfOtJXgLdG4wwH0HNOO4PY8I7Uq9aB0/ClHWuoyJe1LigdKUUAaHh+D7T4m0mA/x3kQ/8eFeha7o+qeKPF17Dp0Y5kIknc4SFfUn+g5rjvAlnNfePdFhgUF/tIc56AKCSfwAr6Clht9OgNtartTcWdu8jHqxqJbjRyK+DNM07wxPotofOup1Je7m6M+MAbegXt6ivGIY4dKu7y21SK7iuoVKJ5bYeOUdM+30r6IVCzbm9a5Txv4HXxFEuqWiKt7apmfj/WwjqTj+JR+Y49KUWNo8NZJZ3Z8M7Mcljkkn6037PLnHlnJ9q9Pm0jTtJsVa6vPsiOgMaSRbZG464J4Fc152mNPgXUkmT0ijLGtLknPWep3+mCZbW5kijmQpLGDlJFPZl6H8a1dA1aDT3nlEcokdMMkTAEj1XP8AKlvU0q63CO4aJlOCXgYYPviqsGhySsGtdQ0+Vs8L9oCN/wCPYpOwFvR78m9ZX4V38xR6HOa7P4gzCLWdFvSrOs+mIWUNjcVZhXEXOga1phF1Npl0lvncJlTfGP8AgS5H612niS0m8Rad4Wa1ZC401yQXVSR5mOMkZ6dKlrUZz1hdrLrUbJEsS54A/rXXEf8AEuhX1uAP1o0z4dara39pc3NmfsyEOfL/AHvmexKE4rXutK8rzEZGXZL5iq2Y/Lycj73pUtoaRj6qwXUDz8+APaokjKJgqQ7fMGFWb+4so5FzNbTPj5iCxI/KqZ1Oy85EjgmAYgM7PgDnrjrQncbjbqTyYdZP3eQuDyelQzRoq4DcBhhT2BqW4n01ZfKj1BCWPI8s4/OopJG3MCQDnaUI54qiWdV4AvbGx1S4a/nSAtFtikk4Uc889uK9BOt6R/0FLT/v5XhOrOwsFLj70qK3bI54/StH7RIFTy5GCFRtHHAqZRuOLPYhrmj9RqtmfpJSf21pBG5dTtwAcZ3HGfrivCZvFVpZkxJcNIQeRBGMD+lVJfGMQu/tENtPuC4LSMoLD8OKXIO59GW/i3To8RtqdvIvYZJP8qvW/ifSLl0gh1O1d5DhUYkc+nNeEaPqv9oorzCa2+R3McwyHXbheAM/eOef7tauou51CdoJWaHcACEChTjpgdOnGcHipvrYqztc9rhvEu4/Ot5Ipo1cpuUcZBwRVHV9K0/XIPK1GyjlBGA6jDr9GHIrlvC3jeCy0tbHVFb9zxE8UQ5X0IHcfrW23jbRZLuOCETS8K0j4CCIHOM7iCfunpnpTA8t8ZfCs+HNPuNbsL8Tadb/ADSQ3HEiZOAARw3JA7GvNsbY0Qn5iMkV6z8VPGOn6/b6doeh38dxbTyC4uZ1J2DHCLn65Y/QV31tofgy98M2WhXEmmXsFvEERxMm7d3ZWByCTk8U723JaPmeug0aH/QMno7k5ruvEPwXdN8/hnUI7yMc/ZJ5AJB7K44P44+tc5BptzpVqtteW0lvcxDEkMqEHn/PWruTYs6VHskeTssZP4nirdR2SssEzN1JVen41JUvcpbDkG7aP7zAVZlPJqGH76e2Wp55bHqakaI5547VjNM22KCLczHtn/8AXU+o6pp9hHD9muH1EtFvIs4/Mx7EA5B+o4rnfFN7DHZzWjSDz7iRFCd9inJP6CuKN1Mt67QTPHnj5TiqUbicj1KbWGv7G4/s63lW4gGTFeW8kYK469M+3IFcgf8AhMNSZhmKxiPHBCj8AMk1n/b78rFEbqb5jlju5I+tbKvdC3aBb17dmAXepBZAe4z361VkhXuYWp6edOcRXGvXF1qL/dtbSEs2fck8fzrf0rw74nvdNWxn1J7KyY+a1nHNmZ88ZfHQ8Yw3T0qleJaeDYNLv9Dv2l1G4aWSR7iL946A7QepABOeO/PNPuPGNnqrJd65purR3g/5edPvDEr8YOVYFc/TFG4He+H9L8H+HAv2rRImkP8Ay93SiZ1P0OV/IA/Wu/iayuLdfs9tZy28i/K8USbSPwFeM2Hi7RjDb6XYWWpYklUPc38yyBFJ5ZsLzx+dddNp2hWzyfYPE7W6k5aBJdkZPrgZ5rOWm5SL/iXwzof9m3d7faPYTLHFtjKxhHLk4UkrjpmvK/7Amsm83SL6SBu8Mp3I1eoBtCvLEWNxrlwIdwZiCuHI6HOMmohpHg1R82rXj/7rr/8AE0oysVN8zucPomqQz6nDZarH9gvlYFc/6mf6Hsf0+lel6TGQ08rAg5Cc/mf6Vhapo3w+ubGSC51O6VsZjkZ8mNuxHy/p3qH4c+IUuTe6Jf8An3bWR/dXNsMiVM4GT9MYyen0oeuokdhcyra2stzIGMcSF22jJIHoO9Krq6qwI+boM1S1DwjZ6j4mtNZS61G0aFNkkJl4kUdF9Ap7+tGuxQaekV6JmSxaQKRHggMei8g8E8Dpzx6VOmw7E14+yBuxPFOs02WiZ6t8xrPnnaS3UlbhsNtKGBt6g9yO4961gUKLsIK4wCKAGPJHFG80zBYo1Lux7KOTXJaJevqFq+qMrq1/I04AYcJnCDn0VRVP4o629jocOj2rf6VqbbGx1Eecfqf5Vv6VZRQ2lvZjAWFEjGV/ujFUlZXEzodHj8qzMj7uRk55xUdi/wBt1Dez7lD708uQMFA4544J5qzI0kVkUgMauF5ZsnYT04APamaevkW5ZmUl334VSMD3zzms+p100oU3LqzdlUCcp1G+NOPRRk1GHOA/+zJJ+fApu4hY2J58tpCfcjFNbiNl9I0T8zmtziJGHylfQRp/WnBv3gPrLIfyFNyPPHvcY/IVGhykZzzskakAp/1P0gH6tUjf64/9d0/lUT/6p/aFP509v9e3tcL/ACoAReif7sg6U5j+6Y/9Mo2/I02POYxz96QfTimgkw/W3/kaALHSf2Fx/wChCuW8anS4NChuNQnWG7iDrZ7V3SSNnBQDrtYHBPGODnIpPFXiyTSLe8i0q0W91GJEkIZwqRHHoSC7c/dH414Lrt7rWoXgvtZW5e5uGO1nBy3+yi9h7CqSEzprvW7+4km+3Si3ZCWmQt93Pqc8msq2vE1PV4LRNXjsIGUs9w7nIC8hR6ZPauYmg1K4T5bC7MY5VFibH1NQx6LqkhBk0m5wTwQhz+VOwXPaYrDT3RW/4SDS3yBkrcYz+G2tONLERCP+2dMP/bxz/wCg15boejWYsWXUtFm+0hzhjFJ8y9unFdFp+ieHihebw8SOg3REH8t1TYZ139n2JOTrVgB/11P/AMTTlttOX/mN2B/7an/4muaXw9ojqJIdIgRT/C42kfXmpotB0pTn+zLce+f/AK9AHQ+TpLEK+u2Iz/01/wDsa4KbxVbW2qajpF9b3M1uJXjW5058SMuflIyM4xW1e6IkMa3EOnQWwWQIobIkfPcZ4x+Oa4TxNYPFrYtFMkep8eduOAMjgYHemkJslk8Q2GnP/wAS3Q7hmTOyXU7mRyvOchcgA1ueCdVs7+HVG1zV/JmWQTIAhfcD1xgetcvrXgzWdJ8h764tyJkDgoWYgfiKZaTJpVt5AXzll+Y4GH3ex/pVsSNjULx72Zm3YVWPlqwB2jOeTgZ+tQf20l3YC2uba72IOEtZWAY++eg+lOl0fX7qHFvo95GrISWlj2jgZwfbisjR9OvtYvI7SzuYo8jDTTEqpPfp0FSkmUW4vEF1aRSpYxm383h5JH3tj0DNzXa6Bctd6DaSyMzSbSrM3ViCRmuAvPD13p2pNb3txEyK2C1uchvxNdPomqagl5b6WIvtcKgAMvDRx9j6cVMkCZ2VlO9tJJNGCXSJnUDuQM1yuvW2o+JNMvdYtby6lvA8bCzixt2HCtjvnoa6iFJI5lbbwODz2qbxTHFIsEXh+OCK3MQWSKFBDjHYngsPx7VCdmUzxl7DVkm8i4imSUt/qXJZz+A6V6L4atNQ0bQ5/K8JveXkj7w8l95e3jgbcg/41mjTPEtrKZLNUic/xCRM/ma3tL0J7yySbXfEGq294XYNDBIuwDPB3AHqP5VbaZKQtxf+JobJ21Dw1q+nbcsz2tkrIp93csSPyrp9F8ISato9tf3Xiy6t5Jl3tB+6UoM8Z54rj9ci0u0McdpquqXtwjkSfarxnSMDtt4Gf5VkebjOO9LQep61J8O/CjTI13q0twoT5vPvQct6j0qaLw14G0aKSfz9NVUUsxeRXOB6DPP4V4y8pPU5qhfsU026uFdQ0a5Qdyf8KNwsdzqmoC8hutR02MwWTXZaBmAGFTyznGcAAluK4vxB4ktrg3CXF7cS20kzlEkBy6E5Hy9BzzWNY+Lo47Rree2wxZiJF5xuXBGPqAa0YvEdjbafHH5WkzFBw8mnFpTzn5mI5qVGXNdg2raFXSNC07Wpd9rDO1uCFd8kKhLKOfQfNU1xpFlayyWj2yq6HDFH5z9c80jeMLcvIUsYkVo9gS3hEK53Bt2B34FY99r8s8kjRQRwBySSCSR9Owq1z83kL3bEs9lOrFFLFf4JPNUHH0yOldD4Nm8Sw65Bak3EunsCZxK29ETH3gecH09axNOuoby2Md5awPB5gEDSLlix6/UV0Wk+IINHuZhKkrRSKqqsQHG32JHrVMSN/wAW3kkdvb2UJG+Y73DcfKDxn6nP5V19jqXjFtB0yfThoTxG3UCGeSRnIGAOQoweMEc1494j124udbt72NZPs7sCwK8CPgAH9T9a9m8F+K9LPha008zBdSgV0SGQbTKA55QnhvQ45FQ1ZDvdmdN448WKs1pf+DmR0IDvaTZbB6EKTzmq8fjfQXniivpLjTZI2z5V5E0XPIwTjGB9etXrvUnUTXMr/vWY7D6DoW/DoKi0S4W7T54I5oZEJZXUMeD0weDmp0auBsQXFpqsBe0uIblZBz5TK/HTqO9Z2tWAj0e0tPnKtvgI4OPMQrj88Vn3/gfRZ7g3NiJdKux8wubB/LHXjKg7fwwK57Uta8S6IDaauw1XTY5P3d7CgEmRyGdR/nrUpK+jGcQvwx8bYx/wjt1x/tL/AI09fhd426/8I9cf99p/jXsth4t8R+JbYT+HtDt3tAdgvbq5ARiOuFHP4GrT+HfFOoKG1bxK1tGTzDpdvtP/AH22TW3OybHkWpfCjWtLsVu59R0iOMxqzJPdCJ0Y9Vwe4qDTvBdpOeLi/wBWccmPSbU7P+/r4H5A17TbeCvDenS+fPbpdXI58/UZvObPr8xwPyq5ea7ptvYyww6naJPsKwxRyqGLdsKKXOw5TzTw7oOp6VrVlcad4Sjso45QZLm4uPOnCdGxkgDjPQV38lxHfSLNbsJIX+ZCOc/56VgWmoXkl/bLJeXDgyqCGkOCM1i/DrxVaaVq2u6Zq8uLcXUkllu4Hmbm3Jn3GDj60asNj0WGwPlmed1hgXq7dBXM+JfiBbaJG1lpakzPxgf6yT6/3RXI+Nvipd6jvtNFIihXgzjkn2TsPrXBtqn9nxOIv3moScPNJz5fqeerGqSFc7DT/B+k3tncaxr91skOX2NK2Oe29vvGs21s/D6Xavb3kMLbvl8q4CsPxzXEXFxLdNunmkmI6GRs4+g7VGF/2QfY1VgPVPEek3ItEvDI8gKgJeBRuPor44YfWvO5bR59QhRIgHlYxlM4Ab/DvUtjq97aW8lta3Ei28i4ktZHJjce3oak1Ga3uYba7g3fMuyZH6q6+v1BpCIIL/UNEuSbC+uLWRSVYwTFQcfQ812H2rV9X0TT7vU9Os9ctnST5pYvJe3w2CPNQjr15BrgXIYgDgDtXfWGmeIZPCui6jokM8qxpMsggkG4fvCeVP3hilJpDSb2M60utH8wNp+s6voE+cbZGM8IP++mGA+qmtxtI1rVo/tC6nDrzKPmkgu/NfHujYYflXPXf2W4lK6zo09ldH/l4t4jE2f9qM/K34Ypq6SXCy6dcJcug4eElJR/wHrn6ZoAvSRT2khSe3kiYcEOhGKg0xDfa4sO8KrNgueQKmsvF2thhasX1fbwYZoWZ1H/AF0GGH61q2es6L9sSS6sn0649LhCEJ/31H81/GjUDUi8HxX1yFjkEiAgeYVIBwfSu41Lwbb6lPHeRyJaz4AkCqWR8DGcHoaq2Gsada26XMoZLbb/AK1P3qk+xXIxWtbeLdBucLDrFoTnkNJtOPxrNtlpI8/8aeGBoVnpz/bvtHnXLAqU2gbUJz196w9LuoruzZVKyoCQDnqp4I/P+ddF8W9Uhlt9KS1uYpsJO5KMCBkKoP8AOuEjjg0SxMen6xHeSBsb44GAXPUAng1au0S7Jix+F7KC+eIzTOsiFoUBCkEfwkkEH60lrpIthJe3lhcQi3ZWRZ7pXWU5HG0LyKhsNTe+Xz3ndpI3wpfkgdRU+s373iS2kjCHzGWa2kP3TgcqfxzT12DQ0IdZgXVvt9u6yKxXdG/Vsfwt+NdLqF495on9k6ZPcW94ssUcM9y6hBsQKcjkc888AVg6d4dtV0uzm+zRm4aMPKWj3tIx5wDngduK3ba3ZWwunBSBgkLyfqc1nJa3RaehS0jTPE9reBdX1TSpoMEeWLmIyN6EYI7/AF6HitLT9UtluDcy20krb+RA42MEXaOTnklzk81X1GDVzFN/Z0McM6KSpeMFJFA5GT909cHp2PrXnKa3qswWGycocYC2sQDfmORRKLktGCajueoy+FtDuLq6H2NQ5CiWOKVlVSRnbgfd4wce9RweD/D9u26PSYyR3kkdv5mqfgWC5srNEu9qSXbmWKJjmR12/Mzg8jkDrXUT7Vzz8wGetD00GtSLT7Wwim8uGytYHYgIUhX8eSOtZ2s6hcz3sVreBI57ZWiLoMCRScg4+npS3EhHOcE+9Ymp3M8pjzL/AKvOwqACufw/nREUka1qf9BGWzucnr6cU/j1FdT4XGl6x4etrm5+ytdrlLjJKkOD3AGBkYPFbI0zRQeY7L8Xb/ChyVwSODjxuY+igVka9r8Oi24KlXu5P9VHnp/tH2r1Q6fooXCxafn1Jc1nz6DZTSFk1Gxtx2VLbdj86XMrhY8Fjls7iOe8vLh7y9ckBACFU+pPf6VDd6bq9xtvY5Io1YBQquVJx3IrtvH2g6foAj1FdRF3JJMqCFYvLEnrjAxwPauHvdcvLwqqlbeFBhY4x0HueprZO6uZtWZpXemTi2WOUyJdBAFXzcpKMZIJ7E9vyqGx1SazgVL+0m8t498bbMsByAD6jj6isyTVr5ois1zJOgXAWQ5wPY9RX0bDbQ3WlWX2nXJLeU2sSypBaAZbYM5J71MpWWpUVc8H1K+ttXsYLe3idGVsgsBlPb6VTbQtSheOOKaJ/M5ADstdL43sdO8M69AbGR7qSYM7JKmwBezcep/lXI3Wo3l5KZZ7ht3YIdoH0App6aEtanUaBo7wSNc30z/aoziIZLKnuQeTXV2+kWtzaSajcWNrPABtM8g272HXb6kd+tcB4Z1PUYvEWmxQXUmZLqJRu+fHzDkZ9Oten/FzULceHlv7C4MF1Be7A0IKFo3ByD+IB/E1L3syktDnNU8I6te2cEmh6TdI7yrseKFvLZD3JweB1zWvZeAdfFmq3mkxtOvUhi278xWMnj7xB4b0+xsLq5t8rApQsu9iPUn1pU+LOtShylxCfLG5gsDEhe5xnoO9L3hnV2Hguf7EDc+G4xISc+dGuR+HNa+nXGn2erW1pb6NJpRV8TxPFGiv23fITk++Olc4nirxZLbxTx6hpbxSqGR0LYINY2reMdajnSLUrxIyjBtgDYcfXkEEVOreo7ntThZbchsn5irDpWbdWdrq+m3elXcQFtcRNDKq87QehHuCAfwqTQdQj1PTUuFYOJEGfy4P4jFEgeK5zvL+Ydu3+4MVEtGaQXMmjy+3k8YeBIEg8RWUl7o4JSKeKVXljX+8pBJ298N0z1FddbXccV2lt51xHJ5Yl/0nBeVGPy4XqxPt+JFcx8YL7W9PjsZra8mXTL+MwSIrkBZE5I+hXB/A14yzksMsSQOCW5FbWTMW2j1HxHompy+Nr/XdSD/YbGza8i3IQAV+WOPHu+0/TNW/D3j7U7vUrCzk06zlkmkWPcpZcZ4Jxz05rmfNTS/h3p1sl/NJPqs7TXNushCpGv3QR0JOFOaveA1SfxjYeSjHyy0hLjoApzR01DqezStbzPmW2DkMGyGIyR7U4yhtqImxcgYHpUQpy/fH1FY2NHOT0ZtTjaJFyPlijj/E4NKfmlYZ4Nwo69gKV2Dz5wMPOMD2AqOJ8tC3cvI5rYzHowJibPVpHpinEQ6cWx/U0kfCx8dIHP55oI/dvx0tx+poAdJwsvTiOMfyp7n95If+nhetNlRsTgKeFj/pUN9dW1is0l5cRW6iZTmV8ZH06mkBMnDpj/ns4/Oq015HarbplGmljdURpAufz+tc3f8AxL8M6fI2LmW4ZZS4EMfBH1JFczrXxY8MalbC1fQWmiUkq0si7lJ7qeqn6U3GVtATRwPi/VtdtvEl1FPqcjLKTIvkyEpg5GB+RrLtfFeo6feWt3NKbpbbhEnUOFBGOM1HqUkGpNGyXaK6ZADk9D2zWbd25jDIYgiMPl2tuX8DVpaaks9HHxoj4H9kQA9/3CVIPjKf4dPtR9YVrx+PBmXd0J5roIrO1EQLNk9zS5UO537/ABku3XbFa2ik9AYc/wAq2B438UALuttOG4A7cYI+ox1rlfC/huNXTUZYgWIzAH6L/tH39Pzrp3ijjQEgbicFvX2FS0hl6HxV4rmj3rb2CqPV/wD61SL4p8V5GIdN/Fuv/jtOCL9jQIOAKp5IfFAHmGoTaiddewv764IW7CuPtDMqgsDkZPoePpUvjFBbeNNXihnlliE/7uRz8xUqMZP6fhSeL08vxZdthTlkkwwyDwKy7++fUL43EqgSOgDY7kVaJGC4nXpPL9C5Irr/AIbQ2ep+OrKPVIvNhjR5cKcZKqcfriuMqaz1G40q9ivbY/vI+2cZB4I/Khgj6nntdBmtZ7dIrlTLG0YbzjkEgj1r5RZSB5TZ+QlSD6jiu20vxde6leJaRWshnYFgDeBRx+FcnqsEtrq95DNEIpBKzFA+7bn5hz360lfqOXkVo3khbMbsv0PFex/B59Lm0zVLrVLRJ5/OSNWJxgAE8D8a8bFaOka7c6LJIIY45I5vvrIxUAjvxTfkJH04bnw0vXTI/wAXpv2zw520qL8XrxnS73VtX09L2C109YnJADzybhg45GK1INK1y4j3qNKX2LyH+lZtstJHqB1Lw6v/ADCoP++6rX/iTw1YWUlw2lW7FR8qAglm7CvPTomusMF9HH0WT/Cuc8Y2Gs6RpkF413bKnneWwtQwPIJGc9uKauDsb1yyW1rdXl0Ekv7qXzMZHylsnt/+rpzXOyE5J6c9K47+1dQJz9tn/wC+qQ6nfnre3H/fZp8hPMdS7+9YN3qUrSlbeCdgAVdXiOG989qonUL4/wDL5cf9/DSm7v8Ayldrm42McBvOJ5/Omo2E2VxbW8sn/LWA+hQkfpVptOhWIY1CNh/dEMmf5VELy67XU/v+8NWbfUzFY3sEsXnyzqoineRt0BB6rz3qhFVLWEH/AFk7D/YgP9aeYliO6LT5pSO8ylv0FRm4n/57zf8Afw0sbSzTJG1w43HGXlIA+pJwPqaAL1ormV7u4WUNGMRB1CgE+gHSqWo3MjXECeYTsO405d0d+0fmGQKSoO7IP07H8KZqdsUZ3/5aIRvGex6H6UdQNiLXdVg0xLG1vJFt7iBlkiJJVgcqeOld54Pe01Xw5NpWoQ74bCVpBIThlDkH5COQ2R1rz/Q7FtQFoeVjUMrOVO0YOeSK6/wxPIuj65HDIo2XIdBj7x2dfwx+tTK1hos3V7O872U8xlkThJT1lQdj23L3x16+tbHhgnMSNGXYSMFGcYyOv09q5iNGuP3RRvmO4Orco394e4rtfC0pPmLOgjvoCEkQDA2kZV19m6/pUSehSLGuXsdsuwqxM0bKxRccjHQAHr/SszR7K9uYZtX0a4aO7gmWK2NyodGJX944U45A6Z45qPU59SkF9MhYpDO8akStubPQADvzgVHd654iXT7G00zw5qdhLC26KeW4jCv2/eAjoQD3FZxiU2UL7w/rPhqN9ctNUuIobm4UajFaMIA4ZsblCjC4J7DvXUP4GguJV+06jqMvc77ud9w9+QKp6hJrtzLZnxe0Vtoi7ZpF05jONwPAmbqozz0x713Edxb3KiW2vvNiKgr5b54PQ9a0k2JWOX/4Vv4cKEzQTSDHPyuT+uTRN4P8P6JpMlxZWBWaPb5czocg5Hc10k8jR4Au2QkgBj6/jWZ4gmf+xmVpXbfIo5/OouwsjkhcxWUq3k7bYoCJJD6Ac147q99/aGoTzhCkMkryJGTnG5ifzrv/ABNK17cWWgwPhrtw85H8MY5/z9K4TxBbLZ67d28ahY1kOwDsp5H6VtBEMpQy7dqnoDn8KiZi7FmOSxyTSxI8km1FZjtJwozxjrSY6H2qxAB61IBzSAVIq96AEAzTslTIn8LLux7inKKJCAWOegx/n86QFbvXtPgrVItP8H2IaQIUgdyT2JkbivFR1wK66z1fU/DEVsLqyWexkQNGskfyluuOe/NZVafPZedzajU9nzPurG94g1251dzbsxELsXCyvsVj0JAGT29ql0fwxJNH5zi0jAUmNobcSEt2BYtx9a4b+0jd3ctxJsR5WLFVXao9gOwrb0rV73TLhZrK5eFwc5HI/LpVWsjK+pvm08R6i16LSG0u1tHEUibPLmYexBG76E07T7DS72ZbW6exsr7+KHULF1P4HdzTtH8TG0vJbhneCWYjzTt8yJyO5X7yn6E/Su1/trRdb0/Gr2Ed3AvG6Iecg9/7yn6gGldlJI55/A2v2eLvw/Jp8EndrG5dY5B/tRvlT+dYmp6MTL5/izQbvT2PDahph3R/V0GcfUflXUiy0iygnv8Awx4x+xJEhaS1vHLxgenOHX9ap3OveJtQ021mv7e7tdFmXMt9aQEvKvp3KKf7xFK7CyOE1zTbCw2R6bqAv4pLQytKH3YJfAHqOB0NYkWY9PkA43zDGPpXT6qmjWl49xplrLDay2u1YZMtu4P7zd79enauev5lmgiMMaoNzY29zwK1jsSyWz1BJpnW4RVUqdpgiRGeTgDccdP50mqNG1l5ckoj5+QsM89xWO7FJmRW4Q7Qw7mpdRnF3HaAH5mJDfXIFHUR6xpY2RWUefuRKPyWtYKozhVGeuB1rKseb7A6KhH9K1hWEtzWOxXv3EGlXspx8lu7f+OmvL49fmSIJBNb2y4/5YwH/CvRPE8nleE9Vcf88CufqQK8dx7GrhsTJnTf2nYRtHPa67q9teFcSyrEDv8A/Hgce1dDZeOdMt7GOG5lv72Zc7pnhVC34A152ijzF8yOYpn5hGMNj2OKf5blm2QTbc8ZQ5x78VTVxJtHfT+ONLcEJDdDIxyo/wAaypvEmnynhZ1+qD/GuW8mYDJglA9TGf8ACpPsN7t3/YrrZjO7yGx/KlZId2zrNG8WxaZqAe2e4AlwkieUCGHbjPUV0zeOeuHnOPS0NcL4Rspn8S2sjwyqkIaQsyEAEA4/U11XjDWn03STbRykT3QK9eQnc/j0/Ok4q4XaLA8fmRtsMksrf3Ugyf0qG48f3luu547hFJwGkh2gn05pnhLT00TQn1K8YRSTr5js3/LOP+EfU9fxFcv4u8QnV7lbaNn8iF8r83fGOR60uRX2DmdhfFHii48Qm1hlPyW7M+CMEEgCsCpoLDUbtXmitLicKMu8aF8e5xUG1s7Qjk+gU5rS1tiW7jkBaWNQjPudRtUZLc9B7139z49u7W58qaLUopdu4RtGqtt9cYrhLWQWt9bzzeZGsUgfOzkYOelNv7yTV9UkuRuDueGJzn0zScU9wTaLuta5L4g1VryUuVSMRR78bsDnt7k1QqyNF1OC1+0NZSNCT/rEww/SoFinY/Lby/8AfBp20C5a0m+XTNWtr1mK+SxdSDghsHFJrGtzar5UUk0jxB977u5+n0qN9NmeyNwwK7ZQm3buIBB5wOeuKTTdKmu9Ss4THKVklAkzEy7Vzzz9M0WW4Xew/wAR3bXepl3dDhVVSvKlVGBitTwBDI/ia38sF0wxlCD7q/7We3t3rH1OzvbLU3tZIZImydicnK5OCK7j4e6VKLp9RuVeMwRmONWGNxbqT9KUnZAtWdC2iwaQZ5rRCNPaTfNEpz9nJ7qvZc/56VDrOlwahbbJD5mV/dOp6dwR7V10Fkl5Yi6s5l+1xM6OByOvKMO4x2rlTrdtBqd5ockK2MsRDxRSZKuuAcofz4/+vWSbZpY2Phxq66fZXGmXbCM2b8FzgGM8g5PbrW/4r8ZeHNAtvtN5frNMyho7S2kDSS9xkfwj3P6153qGiandSW+oWsaDyCtw0jSAL5WeSR3BB/wrB8Q/DfVrjWJLjSzaz2k6rIkgmCD0PDYPUGqtF7iUnHYoeKfiHrHjCP7NdCG30+OXzorWFeA2CASx5JwT6D2rmPMeSNLf5du7IwgB59T1NdXB8M/EIR98MO7jbtuY8e+c1ai+GWtmdEItoQ8oRZJ7tNqg8DOByc9qvREmGZfOWHH3ETC49P8AIrv/AIXWu7Wr252/LDbbc+7MP6A1T1SL7Zrmp/bbRZ5IQlrG+nosUIMeASF5wMBhgda7XRL7QdA0iIyeVpyXT58yfKmRvTJAGAOnPrUOd1Yrl6nUU5c71+tRxyRzRiSKRJIz0ZGyDUiffX61kM86b4v3wK7H0pAvTbbMcZ+r1BJ8Wr/ChL+1jwpUCOxXgHr1JrhE0IP1G36uRVhfDduR89wB7BzXVYyOol+KWosOdauB8uzEdrGny+nSqbfEnUZ5Ni6trEjP8u1ZAufyWsY6Do9vGZJppXx/CkmCazJp7ex3GCIx7+FXcWY/iaLDOnuvGGoopaTVNQZu6vdsR+NYbXPiDxLOxsrW8vTz8yqW6dee9RWWmrcBrjUGQnadkG7gem7/AArovCd6NO1SymztiD+WwB4Ctwf55pPQDGTwL4omUtNomoMMZOSkY/U1Lb+BtWkt0m/4R5VhdkRZZ75VDFugHzcn6V7VqCbrcP8AZ3uZIJBIkKPt3sOME+mCfyot7MiTzrtkmlXKRqi7Y0QMSg29NwzjNRzlcqPAfEvh610S6t1gvYbqGdCd0G4eU4OGQhuc9Dz61iuZLZ2WKXzIc9SuAfwr6V1bQtJ16B4dTsYpwwx5m3Ei+6sOQa8F8S6C2h+JrzR4t8yRuPJLkAtGw3KSeBnH8qqMrikjmZY8Aypnbnkd1P8AhW14fV7y4HnoXgj+97+1Z6qI3DsU8v8AiyfvD0xUkUslu4a2mmijY5VA36H1qiT1VtYtNK00XV1IEQ/Kkar87+wHaiG8kvraC5ki8ppUDeV/cB7Vg6Z4cuVaC/1wtJMy7oYJDnYP9r39vzroCcnJ61myjdsJPMtdvfFQSDEn1pmlyYYrnijVQUsrghtvyH5vTPehDOH8dWIOqWd7ufy5ojFJ5OGYMvTj3BH5VyMgjhjikZ5DI2RtYDg9/wAOmPxrqPMiV8CXnpkLiuLkbdtdj8wJUgnv61oiWbFvp15dxmS3gDqBknzFGPzNOi0a+u3aFEjVgOdz/wCFM0/XJbOFo1t42zwCSeKZFr99DcmSIxRtnghM4/OgRVikn0W+LsoYjgkcfke1Wry7l1nUpLp/leUKMt3wAM8VmanNLcXHmzSF2YZyaS0u5o8bW+70DDNAG4dBvUgEzNBsPTEmT+VJJ4fuH083Jnj2g42oCTTJPEN5JaiPy4QF9FNVV1e+ktpITcFYz1VQBmhgbXhfXTYajbWkrbFZ1hwOhBPf8TnNevabu+dME4NeEeHysV8b11DtCR5YYZAb1/Cul1TxDqsmltcW12LcqdzyRja5GQMAjpnP6VLjcpSPYazdd0aHXtGl06aV4ldlcSIASpU5HBrlvB3i29v7GW3uIZLxoTmOd5QHKHs/HJB6HuDXUDVJiMmxK/8AbUH+lRZplXucgfhbYr/zGLs/9sUph+GdgOuq3p/7ZpXaC+Mh+aEr+OaXzoG6vIv0jJo5pBZHEH4caaOuo3x/4Cn+FMPw70oHP22+z/wD/Cu6K27g7ZpPxiNQPATyhJHuMUXkFkeP+LNLtdA1G3tbV5ZVki3uZiMg5I4wB6VkW5M0hTZnHoTXoXxF0t5dDiv/AC18y0lAZgcnY3H88fnXnUImgnEscbSKOqr3FarVEM1FsEeNiEcOBxuPGazHkKnhF9D1rYlu4VtV8oT+a44DqV2/iev4VmxWxnnRB1PU+g7mgQ69zYT2zwgAtGJBk9Dk1A19PeTs1w+7KFemMDrVrxBIj3luiAERwhcfiay42ClmkOB04FMDa0y6ubS0jNrIVYzENgZPQf8A169A8Ez/AGjS9Qso7SP9wwkecfewxOc/kBXn+msGiZEI+ZlIP6V2/wAPbQ79allcsgdIQsRzucE9D3HT8DUS2Gjd0DSy1xmYYUEhvpngfjWjqMhsL2HWFHFqfIuwO9ux+9/wA4P0zWtFai0tUiyC4+ZyO5qG5ASGRyAzXIMCxkZ35GD+lYXuy7WRzHiq6MevQaXp7DKt9pmcchiOR+Fa+ss9zoem23mypczyqQI5Nm4AgHkc9c8etcx4fs9uu6lHcTef/Z+LRXPVkXOD+S4rrXjjuZ7GR3b/AEQAog6bvX9atqwtzf1Oa7TU3a2lUrHGkJDDhsDnPr1rmRPL4dv5buK1W2spX/fWiZKEd5F/unPVRwRyOantNVlkmlBOULM2AMk81r2tra3Fj5Qt2SGQEtHKCDk9cg9Km9ijQV2uYY5LVo3ifk5Pb2x3rJ8TfLaW8efvSn+X/wBeq2gKLHVZ9EnBfyR51q+CcL/+ogfhTfGtx9mtY5CTlIpHA7sewH5ULcV9Dz7Rj/aHiPVtVPKxsLaEn0HX+X61zni6Qz6i0JsQHRvlnVuWB9R0rp/CsYi8NQEnLyO8j/XPQ/lXE+IIr/8At6/CtKUV94G/op6YFbR3IexlkXNlKXR2jYDBZGwcHqKRMTD5cbh1X1+lV3Mm75y2f9o0wEg5BwasRdXBOO47VIOlVftbsAJAHx0JHP50LchGyIgxHZzkUAW93XYMmmCN51Ih2vtOXJPU+gqrJcPL1IAz91RgU0e1AHR6JpriTzzHA8q/dE0hAH5Cus8eafqd9o2nzWoX7HFGJGt16+nmdeR1HtXm/kSbtg+YkD7pyOa9k0/UYrCwtIZo0KpCI5ZGI4AXGAO+aiWjuVHVWPGvmjba6lW9CKu2ty8bDDHHp2q34uutPm1dhpkbJAo+YHoG749qxbfzmf8AdjOOueg/Gq3RJ11rdwycTBkz/EvNdHbPZWsMc8DP5rHZEsGTJKfQDvXDRXlvabd7xyS/jsX/ABrYtNQFuDe/aM3HRJQeR9MdB7CkB0erzjSri3u9cW2vJiQF05hmNf729v4mAxz0BrWsrnQDEl3bXOs6B5wzG0M7eT7gZyv4GuT8NXun6lczXmp3SPcEFQk3/LOIc8epNbmharY20V+0Ucltau3yQlsx5z97HUHHYcHipaKTMDXpUufEd/AL9buMhQLgIqh/kA3YXjPuOuKwLmHyUt4upRc/jnNdF4mso7fXl1JCkNndr8r4/wCWgH3SvUZx6d657UndXQouc7QTjO0GqWwmZO5VBDo5OSchsZ/Sr+iQi61iBSgC5LBeuMVWe3kjcrcKFbJ+7V/w6Amu25VtwbK9fUHtTYj0vS/mu5T6J/WtcVk6MMtOfZR/OtasJbmqMDxxL5Xg29APLvGn5sP8K5b4ZX9ppvi+S/vpCkUdrIBhC53NgDgD610Pj5wPDcUZ6SXS/oCa4LT5J7BC8UrRPOMnBwdoPH9auPwkN6nusnj3TFGYo7xx6+UEH/jxFQL42nndVjjhiDHAaWUn88DivG/7QuScm4cn13Cn/wBo32Pkuph9GHFLkK5z20a1YXSNp+t6hAUugUAhOVjPZi2eKz7XxGYdGvdHn1JLgqdlvMr43IGHXPTjmvHftl//AM/M3P8AtCjz75h808p+riplRjK1+g1Va2PTWvbf+O9hA75lH+NcBuXxF4vWa9bydPRtzGTgeUnQD1J9Pes5hdN1dj/wIUyRLwLnzHAHcuBWiRmdTd3TeJ7yaa4k+x6NYhpEhZgslwygkcfh+A9685Du0hfPLHJrRmnuUR99y7DGCPMzms+EZYVSQHTaX4qOmWckDWe8sP8AWJJtI/AioYr+WdzMtrdEHnKrn9apWcEckrNJjCcgHp+NdXHG9tYwzXYNrFIpIuLgFVXj5QqdWByOfTtTEchqGob22CJlYDB3nn8qo2tzLbSBoyvHZhkV1niHTreWwhu1ntJg4CpNA2CX5yNuTleOvUVyMS569qEB08vi6ebTktJLOJQB96NiM/gc1RGpIicwse+NwrOPUCiY/JTAsza1cSQyQxAQq5BODluOevau7sPEtxNp9u8soLNGNxI6nGCa8yZXUK+1gp6MRwTWpFqMcNuke/7i4471LQ7nqn2uK/soru7tbO6nknAWWa0VpECAdJNwOOehFdD58fkrNhVVYyx2oEGASeg+pPU9a4/SLO8NjawlfMmSPesSAswLc4IHtiututIvbnR5bW2KC4eLZhwVwe/9axe5otjkNJ12606+a9tX+aRi0sbfdkHv6H3rb8Y3Xh/xH4IvtTdQl9YxhkQ/LLG7MAPqpJ+lcjfafqGjzrFfW0kDH7pP3W+hHBrE8R3W22hhDbt7HJ/vIO354/KtElfQm4/wv4yk0hVsNQD3GmFhgdXgOc5XPUeqnivY7W4hvNPtZra5W4tRFshkU8BfT/GvnJ0AG5Tle/qPrW94X8W3vhm5Pl5ms5CPNtmPyn3Ho3vTlG+wlI9F16+8RG+aCxNzAmSEjtYQ7uB/EWPAFZur2Xi7T9Lhv9ag1E6czqn7+eIgsemVXnP1rq7fxdYrpP8AbltdsLRSFkKxl2Qns6jp/KsXXfHsHiO1NnYzQtBMv7+KNSrPg53YYcH6VGvYrQxE1GQwR+XO0cUo3bWA5xxk0y68ZW8txFaanp41u1iHyrK/MPtGvTp145reW38O6lfafbwCaSCG3WF5JIzGSckkkBvfFdFrPgrwlrlrG0VrbabIqhUNurB1x3bHDH8KSaT1G72I/DOvaTfWyrokiQrEuDaFdhQem3uPpXUf2hH9kkl+66Lkr/hXnWh+B7rTNVS5mvYnNtN8k8eQ00eOjA9weMntn2rtgpaYKlu8pIJIQLgAepJAola+gkeff2hOSAJ7YkjoJY//AI5TpdRuYYy8j24GN2A6EkewD5P4Vyo0qRWB3IfXird0wjgSaYJthTy4uSSFHuf0re5mVtY1aWY+ZMQSOEjXtUmnWE1iZby4hSS7VNzIzKTEvsM5z05xUvhrRDrGqRteRgfaVKWiuSuHIyjfiQB+Ndc/hLULS/lmlNnJM0YjbzLjlRtGR09hz7UhnNPcPNKpJAGOAoxUSLs3L6MeaUxPA7QScSQOY2/CnPgSBv7wpiPWtIv1vNDtr6RwoMWZWJwFKjDE/lmr0Usc0SSxOHjdQysvQg965DwNcrPY3unShXVT5gRuQVYYYY9P8a7BQqgKqKiqMKqLgKPQD0rnkrM0WxJXm/xP8Lahqmo2Gp6XYy3TeUYLhYlyRg5U49MEj8K9HFKzpFG0kjhI0GWZjgKPUmhOzuDVz5lvdPu9Nu3tr60ltbgKH8uZQjYPQ8881s/D+7srbxhaw38EbwXQa3R3GfJlcYWQE9wcc+9dL8XrV4/EOm6gTEIbi08oMpyxKkk5Hphhg15o453IJCy8q2MYrZO6IejPbtQRjaq0gIkibDg9j0P61m9aZpmu2134QfUZnk2RRlJTI252cAZ57knkfWuVl1W41JyC5ihHSNDj86hJjOuh1K0s5x51zGntuzVm61fStQt5rdLtT5kZQ/Ke4rjoFiQcIoPqR/Wh7uANsjHmyDn5cfL9T2HueKrlC5zj3ogmaJoyJEbBXnOaprouo3NreahHZzfZoDveUjaAM+/X8K6mPxRLHqUFtp0iMzKRJJ0Vm6gA4zgdK34denv7a4s7+HcskbRsDwQGBGQRwRTYjzBD0PrSyZD59aYoKEqeqnBp8h3ICO1MRHcjdCh7ioYThsVO3zQEVVThxTAuj7ppIMb9p6dKctMztloA0tLktbVZ4LtXDM+5HX0q+to2sR3Wn6eQzMizLufbkrnIx06HOaxLn54ww64qkkkySAxSOrDkFWwRQB6B4ZN/4WuZIktkvPtCKsrg/LAwPIyD83autTXb5v8Al2tvp83+NeMpJqLfKlxN9POx/Wkka/Q4eaXP/XbP9anlGme4RahfzHlbVAf+mbH+tWlF44z9qgH/AG7t/wDFV4EJ7oHm5lX38w1ZT7Y44vn/AO/p/wAaOVj5j3f/AEtB/wAfkI+lq3/xVVLi71GPIikglx/0w25/Nq8aFrfMP+P785z/AI1c07w5rWsXLW2nN9pmVC7KtwOAPqaLBzHfXF74h1FWsr3TLFLGYhJW89d4XcDnGfbpWRq/gO/s7oz6ZGZ7Vj9wN+8j/wDih7jmuOvdGv8AT5TFqGbaTukpIJ/PrXf+DviLaafZR6X4iZpYIgFhvIhudF7K69wOxHNFrC3OYHh3VpbsxmyYDoZHOAPxqSXT59NLQyQ+VvGTO3fHpivT7zxj4Hjg87+3Vm4yI4oXLn8MV5p4m8aQa2/kWim2sFOQpGXkPq3+Ap6iOXuZXluZJQpjVuBsXLYHA57VCwhZAnlSjHQ4q015BjiQn8DVWa4Rx8pJ+opgW7OTEM8caEfJwG7816h8Ob4PZvYpEkUNriMSAZMjMWJY+/QfQV5JYeY11iJNxIx7V6/4RFvpvh3c8scMsRa4uATyOQBj142j8azqbFR3O9ELSzuuAFbB3nqMdfw71gT3jHxVdTMM2ul2gZF/2iCxJ98BfzrUfxBp6JCjC4QzsoYmMZCkbscH06+lchPdq+k6q4kU3eoXJygPIQt/LaoH41lBdSpDPDunMCmo7m8y6gm89f7wLLtP4Et+dbBeSNsKQM8DirlnYyRxtBCoYxQRxjnjuT/SqTRyBDKUYRqSN3bIGTVPVhbQzbC/t1mni+0QwSCVoojLzyAD079a7ixjlCLh9zEDOBjP4V4c8Ed7ewXD+eYpdUMVwIyceX8vPH416r4m1W4sdFaTSxlpkb94rDIC9QB1z70SjqCY23u/tvxRuFhfEdpZFJCBnJ44/Osn4rz7bKKIkZZVHPf7x/PgVN8JrRTpd9qUys13czbTKynBX0B+vWsj4uS4v1izwq84Of4R/jQviE9iv4cUL4Xsc5yVZueOrGob6182di9qCm3iY4OT6e1WdBKjwxp2Mf6rqPqaxHuNRXxPLZtcg25TzCFXBdByFP09arqBzGt2m1yyoB9BWGRg4rstWhMsoUDG44zjpVtJFm06KHw59kt5Av7/AO0R4lz6hiMYrRMho4L60V6DbJLdQTrr8tndq67Y0hQb1b13ADFcXcWwguJIt27YxGR396YEmlaNcastyYHiU26CRvMfG4E4wo6k89BWgdJn0+6ks7yLy54mAdDzjjP8iKXwtE8niC0t0O3z5UjLDqMsB/WtHUo/I17UYS5cRXUkQZupCsVGfwApX1AfbWqB1wgEe0ZJPO76elbd3p891ZNcQn5CgaTOBjGB1Pv6VjwFsxvuKquVAGAGJ9fU12fh/Zc6bNHKpby8lVCg5PYc9PrUSKR5rc2OmpC5a5c324qLcIQF9ye/0Faml/u7aS0Iysch4YcE+uK7m50WKdQxQROw5XIOPbNcZcRmz1q6tyc+W238gKFK47FhRGrA+TEQDnBQc1zWqWSaReOYWE1lI/Bxgxt12n39D3Feg6X4b+167Y6fd3QiivYjLFPENwbHYZxz1H1rm9U0w/2tcWEzbZSWilRxwdhxkH1GAaIsTMLTtGl1jUoILI/NI4Bk2kqoJxk46YrptQ8J+KdEjMo2z29u+QY23fjt64/CpPDUreEhN5Nykjyn5iV49u/NdKnjK9lsmkSW1Nwik7GgbHHUZBx05H0NKUmnoNRTPMr6e5uZPLuomt5Y1CtGykEEZw2Dzmq1zeqLhkxKCvynDDGfxFdj4u8SwausFpdtbyTI4ZJ4rco6gj7pbPIyemO1cDdxSJcSEfOM9e9XF3JZPJMZEwpkX64P9K0PDcbNr9sWYNt3Nnbg8KawzJKgGVwCMjI61veD3aXWyWxhIXPH4D+tN7CPTdI4imPq4H6Vp9aztMH+isfVz/IVoLWD3NUc142iSWxslkYJFHI8sjHoABj+tcBLrGkSuGbSGdlAUOZyDgdOB0rpviZcOsumQJkjY7svUHkAf1rgvOl/un/vkf4VrBaEPc1113T1POlZA9ZjTz4h07H/ACBlz6+cf8KxvNnxwh/75H+FHmTn+Bv++f8A61VZEmr/AMJBZ9tLX/v6f8Kadftz001R/wBtD/hWWfPb+B/++f8A61RmKU8+U/8A3yaLIDUOuxn/AJch/wB9/wD1qjk1W2lbc+nRucYyz1neVJ/zzf8A75NL5En/ADyf/vk0wLFzdwXEQSKyjgIOSynJPtSQLg5qBEPmhSuMdRVsfKCKAHQzrDcIZFDx7hvQk/MM8jj1HFdh45tG1bWdPltrrzluLRfs8SqXYgd8KMc88/7JricZlHtS+Y8QLI7IR0KsRikBrXUFro1ld21xCWvJNgtmbGY1ySzMATtY8DB7VjQD5c1WJJJJ71bi4QUwHgfNUc54qQdM1GV8yZEAySaQHfaHGsXh+1iwrZUuwI4BNRXd8NIUajAhDo2xXES7SGBDAZHPGajsL+Ca1FsjKJIfkZCcZx3HqDWZ4luLiWBYmziNtwXFT1K6HeeG9Vs/7Jjt4mC2hcjepwHOSQH7g84IPoCMjOOqQ2ccO9Le3YY4IQcV872d/dWM3m2k7xORhip4YehHQj2NdDB41vQm2a3jJx9+BjEc/TlfyAocAUjvdd1m8MhgilWS2PLW1wPMjb8+R9Qa8z8SXMUur7Io/LWNANmc4J5I5q7J4ja4bdI04z1zg/1FZS3sEEt5K9uty0wZUaUcDIPOM9RwR9KErCbuU13DJUE468dvemsgILJ0HJX0/wDrVu3umx/YlurAsoaMCe3YfNEcZz/un1rDG5W7qwqhF3SNUv8ASZ2uLC7lt3I2koeGHoR0P41rR65qd7eIiQ2L3ErBQ32SNSSffFZEUURjDEsjHngAr/8AWp/lkZYOw287gh4/WkwOh/4SDXNK1AWhmsoW3LmWO2Rl2n+LOORjmui/t3VA3/I76Sq5xk2iccdx/hmvPpN80hllneR25Z3yxP1JNPt9VfTw8cFyqFjlj5IJ6Y6mixVzsG8W6/58kY8UWmxGwsggi+YeuMdKdpviPxfqupy2ljrloTCnmGeYRRR/99EYz/hXG3M8l/KJ5pQzbQBtjCjHXoPrUkcd7p4hu4zcWwk/1U3lkK/0J4NKwXO2Sxu7iEzR2s5tl4knWMlVx1GfWsKb/ic6slqoxbRgNJj+6Oi/jX0DPFD4b8Ow2Fu2BFGMnuxI5J/OvItT019K1aXfEsZulE4wMZzQpXdhNWEMsqlGR8NEQ0eABtI6fyFetM8eq2VveB38uaNZAoxjkc9vXNeR7ict0AGST0ArW0rx9HY6BJYRQGaaIsYZnYCNQeeR1IBzTkriTIvGen/Y/EZnBJS9iEmTj768N+mK59sGL1KnNa174oi8U6TIrBftWmskySjC+cp+WQBfbg/Ssno2Ox/Wmr21A1/C199i8Q2rE4jmPkv/AMC6frivS9k4vXkM6fZvLCrDsO4Pk5Yt6YwMe1eNIWX7pwyng+hHSvYbG7F/p1tdjpNGHP17/rms5q2pcWWwaJIo54XhmjSSKQbXRxkMPQikBpwNZlHM+PvDL+JfDuLVC2oWTGa2VSBu6bk59QOPcCvC303UHVHNtLtkUlGfgMAMnGa+k9Qubez0y7uLuZYLdIm3yHtkY/E+grHsZp/+EVhmgaLNuQQy2sIYe+45/lVKTSFy3PGv7P1O10KziuWaOGYO8St1XJBxtPIznOT17VhLfNG24odw64bH9K9G8TxPKl3Izs8smJDJLIXZiPVj7EjAGK80uMJMVZEY/wCy/wDhWsHdEyVmWJtbkdNqxD/gTE/oMVRnvJ5k2PIfL67F4X8hUkVoZssFRAP70mKtJpyAbnkUKOpA4/M1RJDo6S/2nBIg+42cmuuvtXttPXG4POeiL2+vpXJy36W6GK0OT3k6flWfvYvuYkse5pNXAvXDb7uZuBvO/H1po+4R2NNYODG7LhT8tSCgCJeVIqqeH/GrfSRhVaYYkNMC1G2QKbLw6t602Fvl6806bmNT6GgCXdlMVUlXByelTIeAa1/DP2c+KNPS7gjmgkl2NHIoZTkYGQfegDnfk9T+VL8vqfyr2vxJ4c0M6AJBplrBKrtGrxRBTk8jOK8xm8OXCKuwR5H3iW6/4VKlcbVjIit1k6ybf+A5qytjbYG66b8If/r1fW2e2QJd225B0kiA3L/iPr+dT+QPK8xFjli6b1Ucex9D9adxGaLC0P8Ay9SfhB/9evXfhbbWJ0GeKzz9oEu25dk2s2eV/DHA9815bKkUo2yLsYDAdBgj6jv/ADrrPhhDc2viW6G/KSWZIZWypwy0nsNHsOo6LY6tp39n6jZx3UDdAwww9weoPuK8g8V/CO60hJL7SrhrrT1yWQpmWH6gfeA9R+Vez2U7XpMRl3SIOQPStFVWI48ze5GAOoFTzNDsfJ/9iNtDC5Ug9DtNRvpQQc3C/gte5+J/CtrZ3o1iwhEY3ebcRJ91gDywHYjv6il1WWHUdHjeCLAQltw2tkH6U3MOU8G+xKDzNx3OKkezVIY9uGMpLAnrtHH88/lXWXNlaXOo+deix8uJCDBcXLwmQ9iCqk8Vg6kw+1xQRqFSK2hiIx0JG4/qxqk7kj9Fs2af7pHYDp7D+ddTcaMtjqEFmPK3yKhco+VOT3rG03zLeJZFQMzc5b65zV2XULqS482VYvNPJPP9KTTbGmrGzr+u6k7QxXTJvCOY8RBMbyMnjrxxWGl/LECSWwByDQzzXU8ckyk7F2ghT0/Gqmpt9nsZNpJkcbFAHc8UoxSVht3Z6v4GaC38F29xeOXmuI3lTdnJLE4xjsAo61FqF4sWgvHtKmIMzNnhj2/nVoQx2VhZ2Qx/osEcJH+6oB/Wub8Vz+R4au2XG5lwMH1rNasow/CVywtrlNsbbplbLDPJB/CptWvr3WbN9Qa5l+z2sghtYgAoKjI428cE/wA6teGvD0t+l3Yi6ltIvstvJKqKoMhBcctjI4PbrVjSvD91f3UzGVV060m8uKNVCj5T603uHQ7rwbYy2PheztZolXgv8pPOeefevMPinMW111dcKFbYx7kNg4PfoK9rsY2t7aOJpZZWA4aUgtj6gCuE8Uvd21leiW3iktm1I+SpjDFznOcnofUfSpi9Qa0sc3orxw+H9PjmljRxACUdgCM8jj6GsbV1Vdahvbe4jDKm1xvGCK5DXbie6128mu1AmMhVuMY2/Lj9KoAL6CtlEhs71pYZZYT5iFt69GHrXPajdXFlqs4t5WiyxBC4xWZYBf7Ts8Yz56f+hCtDXhjWJ/8AeNNIRHb3dzLIFkndlznbnApb6MvdSfOuc9z04FQ2n+tFQ6kQNRuP9/8AoKA6FvT2ksryO6juQksZBRlfBUjkGrjXKyzySyTBnkYuzM2SxJySfxrCRWKbgAAOue1CyYkCFevemB08NxbZXzJIjtOVyeh9a6jw1rtpZXjZkimL7VERbhskV50pGe1WtLkd7+NYYS8jtsRV65z1H5VnUjeLsaUmudX2ue1RyxySLE+WdmPzADivN9c3L4l1F8HaLplzjgkdq63TZ5pr2OJEYzBhvXbyvPU+lZmt2ay6HfXoI3HUppeh6eaU6/QV5uWyrPm9q7+p7Gb08PDkdFJehXGtTt/ZpeNH+wZCNkhnQ4+U9sYGOBWb4g1FJZZr2C0WESOq7d24x5xkg8dSPToTUcLbowajvYfPsp4h1KEr9RyP5V6SWp4vQy2lkY/MxNauhXEDB4rh2B85AoAJyGOGH5HPPpVO3tTPCsi9GAPT1qaytnW+uIhw2wPg5GcfSqkroIvUguFSWNYbiOVmjY4MajH86y7yPEuSSuRn5q6KeHZcSqRyGP8AjWTqsP7vIHRf600Jlby0a0+WEL5fzAlic5/yK6DwhaO0092EAj2eUCB1bIP8q5qyXMpUfxIw/Lkfyrr/AAa2PthBO0FOM8Z5pPYFudrZLstQP9omrQNRQAfZY2Uk5znjoc1JWDNUcr4p0ebV9YgMdxBEscAU+ZnjknPA6c1g6n4Sv9MG6W5t5I8Bt8e4jb/e6cgd66a/uo31+5twf3kYQ49flz/n+Y61o206XEAs7n7h+aNzzsPr9Pfp7mjmaPXoYGlUppvdnJp4BvpLfzxq1l5eN2VEh/kOaoXHhdrWKSSfWY4lQZ+e2lXPtyK6yG/HhV5ob4MtrGC8LL/6L/8AiT/hUuj2c/iO8i1zXEzbqc2VgTlVHZnHc+x69TxgVTk1r0JjhKMl7JRftFvrp6nD6Z4audTgMrarbWuT+7SZmDOPUeg+tRa/4YvNEtYZpdSilMzlFRNwPA5PPb/GvaL+0t5EEjafDNGcl2EYLLxwQOMj15rzHxQW1XxZZ6ZGcrCqocdmbBP5DFOE22c2Ow9Kgoxje/UoWXgG/vLGG5bU4ovNTeEYMSBVgfDi+IBOsQ8j+69d/tWOMogwqrtUew4FTLgEZ+6Ov0FVzs4EkeKXmnNpmqXVm8qzNA+wyL0P51D3qeec3d7dXJ6yzO/5k1CRhCTVkES9Wb0qOZvl+tPXhPrUE3UCgCNRlgKuKMLVaFd0g9qtnqKYB0FJaAvfKRj5TnmkY4FSWKqI5p2kQGPBCOPv88ge/t3GaQFaZjuJyQ2etWI9WuBGsU/7+MDADn5lHsahnWOR91vn5if3R5K/j3FVqYGmkVldHKTrE5/hl+X9RUn9jXWMpH5i+sTq/wDKsxOnNPHHI4PqKANFdKuG+UWt4T7QE1saXpUHl6g11Awis7VpJI5QQSx4XPpyRWEl5Mu0QzTxHHO2ZuTXTkyW/ge6cszz6jcrCGY5ZlUep/2iv5VLGjCj1K6stOheT5pmXMEofJVc4KuPQjkCqd3aGyWFJZUdpELAL96PkjB9jjI9jTtSYLGsS9AcfgOB/KqCEtICxJpiNXAVVwyEEcbXBq5aX6W9tPbTQrLDONrfdDgf7LHJXkDOOo4rGAGOlL3pWAs8qvAzgcDIqh9knJyVHv8AOP8AGphjpT3jSPBSYSFhzgEBaYFgAY25GAMD5hWnfawL/ToLV7eBXhK4mRsM2BjBBJ49AMAc8c1hHb2/WgckBep4FID6T8S34Sbzrhd0MAWSRfYdB+JxXmOpahNqN9NqFy4VnbJz0UdgPw7Vt+L9VfZBp65aaYC4n5+6uPkBP5nHWuH1C88hhHnfIVywBGQPp2FRBdS5PSwajq0l1axQf6mz3Z+780p9W749B0/GsW9ncqYkJEXf/aqO5up7+aOCNcKGB9ScUlwRkheVB6+taEEmm3X2W4glPRJMP/utwa6xT8oHXYdv+H6YrhE+86HvzXXaZcG4s4nJyxTa3+8vH8qYF1uGz2Ir0HwLeifR5rRj81tLlf8Adbn+ea89blPoa6/4dxBtUvJXnRY0hCtDn5pcngj2GOfrUyV0NOzO75p24Y56noPWrsUVjNKsTutuGB+diT0FSiw022Rnk1aNti8tggn8un4Vnyl3R4r8QtYutQ1+bSjmO0sWCiL+85AJY/ngelXPCPiG8FlLpI8uVmTaqFCzEDpjB7Vl/FO2jsPGCXNnfR3S3VqkkhjHCsOMfkFrmLbVWt5knWEeaowGEhFXy6WJvZnTa5LdKILqSRlSObBUAA7gf7vc/Wubvr27vx5U4hC5yRHGAW9M/wD1qbda28mcWsKknJLFmyfzrMlv53B/elQeoT5aIqwm7k80sNkuXAMnZAefx9KyLm7luWzI3yjoo6CiQcH1quasQUoOGB9Dmkp6RFz6CgCczNNb7SOIzkYHTnn+dSA8ZqxbQr5boBgMhBNUojlR9MUAPkOHUiorkchvWnydBRIN9tn0oAihbHFTOcoarRnDVY6igAi5GKmhlNvcwzjrFIrj8DmoIeHxUjjqKAPoG5jTUNJnRTGS+yZNyhs564B9jXON4YlYYVHP4VnaF4qsrXQ7GOVZmlSIBjkHnJ966mz1uzurWOcXUMIbOFllVW/LNY6o00ZhP4XvkgeERNtlYHBiBPHoeo61ly+CNSSQzWcMsc2OcJ8rexHeu7j1ixZWY6haFj8q/vl+UDr37n+lL/a1kOt/b/8AfwU7sOVHnY8J6xcBll0O6ilX+6vyt7qc8fQ1v+EPDWqaTrYnmsZ0jeF42LAAcjgkZ9RXVDWtOCki9t2bBIG8jJ9M4pun60l0qrNLbx3Uj7UigkaTOTx820UXYuUuP9ohlWSMNHKqgdRW9plzJe20gngRJIyBuQ/fz3x2qw2n20a7mO98AMSep71HK8dm3mQD5gOhbqPSo5kOwXMKyRbHjYgHI29a5aWys9ISa1icIJgWWFuqA+/p6CuxjvYJrF5A5K5439QfSuHueNYSSQGTzZA368iqtcFocnrnhgWrJNLGwRoGeaZo94jGfvAe3P1xXG3mkTNqeCDl7gL93GcA4/lWzrw1KDWpbbULndPPIHUfaHZWjZiBkDgfTpXd6r4k0IX1rEloDJFdOrMUH/PJ1zn/AHjmtUZs5O20jFvECoBK96taX4cm1D7QYYVkkjYlwzBcL+NXo71Dtwdu7B4qvZapcIzwW99LaAlnZoQN0hyABk5wByaAJF8O3Rvl00Y35+WPzBs5G7r0/wDr8Vk6tpa2epWkdwY4kWVvNdhlQEZTu+gI61r3+p39rFcTx65qIkSFQ5IiUyFSTgkLnHSsPxdcSmxKz3E07G2lKvM25wCF4Jxz3pgdBceJLGaRnfVNP3Ek8Sr/AI1zPi3VbS802O2t9Rt7gs/McTAkDrnj6YrlNZ0IaNYabci+huftkPmNGkbKYjgHGT97rjI4yDVu80CLSbjTCuoxXf2yAuyxxsvlHA45+916jg4NSkh6nqGgsthd3Xl/NNNp+0KRyG3rgf8Aj1dTFp9npmiKl0E8iMZlLgkHPXI/Gue8P2jHxHapKoOLeXAGOSNh/pXcXJ+y2+8RzybnAPkpuYZ749KxluaIhto4UgRbdV8kKNgj+6B7e1cd8RtL0z+yJLkrLDeXEow0cjBZHA6sB8ucDrXeKAoJKtnHcda5nxqd2iCIwyFXcHeANq8jG769qUdwex856hFtudu1QQoyBUiaejYBIFXNRhH9ushHSRVx+VdatrCpxsXHpgV0XsZHHWVgiX9s4I4mQ9PcU/X/APkLzH3rpzaQRyo+1Vw4JJ7c1y+uZ/tSTPrQBWtP9ZU2qWmL65fGW3Z/lTLMZf8ACtTU0/f3HoT/AIUAZdvbeZYznuI2I/DmoLfSNRuIBdw2N08IP+tEZ2fn0rZ0pQX8ojIcMpH1Uiuh8OSape+HLeOO/lWyhcgQRhflfuTkdaG7AcYml6o7qsen3DEngLGTmr+habqK6tA8VvLE8Lli7oRtIr0C1tE3eZdXV+WQZiWPZkk+vAwK3LPTt3zNhAxyRnJz7moctC1HUPDq3KzQ/a7gytNw4WIgIAeMt05rMu5tFk8DzwEEakRIcfNjcZmb6dCK6iKIwmPyojIwcZ+YKqr6nufwrjPsMcmgtPtDN9n8zpycjPWpgXUOLTVtPt4hHNHJ54JLlU4PPHf0xSrrulhhmKYjPP7v/wCvUSx6LJb63JfNML+PH2TbMEXOP7pHz84GARgc1V09NFbQ9Sa+M39oqF+ybZtq/wDfO07jnryMDmtTI6zwRbR6pp86DO6GUhRjnB5H6U/WY7nR9cd7NkEjQBct0IP5+n6Vz3ge8e01N2GdjKuR9DXReJb7z9QExJdhEoHPPBP+NDBGHNc3c0rSyRwl3OWO4jJ/Kql15ksT71RQE42knnI9ankuM/8ALMj8aheQvbyNtwFwDzQIo20Ei6lbqIz8023jvk44/Oum8JxmK3vs9RPt6eg/+vXP2l3turdyRuhuFcD8VP8ASun0OQfZLuQn/WXcjD9BRLYa3Oni1SWGOGNDtVD83P3+O+aS5vbq/ubeK3AEkhChIx2zyfyGc1Yjgm2hUAgTGGbHJq0BLFDt81yAOMnt1rHQsyr3wwdT1j+0GcQShFjPlSZRgvAOMHk+1aUfhm4KMfOiBBBGQ3Pv06+559MV65baTbx2drljtSJBtwOuBzVG5iEE8gSXaABkN/Fn9Kls3p16kFaLseTat4ROpSxTag08qQKVjjiOUX345JHXJ9Kf9rmtokBw2B951P8ASut1eFrS4WVQRbyklWYfxDqKoSO5QAMduOQTkGndPcI16sZ86lqcpc+ItWXdFC8CqynCeX94dxn1/wA9q5EXH2bWJNTij/0x3JYSfMuT6Cu31rQ1ukV9MnWKbO4o8eQT6r0x9Ohrj7/RNbRmkkjfagy0ghARR7tuwPzq4pdCKtWdR3m7liPxRqkjCMLabmYAEptHJ7knge9X9V1a/skvIHvbOVooGLslpIiHjkI54Y88HgHsa4i9meGDyvMV2kYFWQY6Zz35zn9KzXupzbyR+bII2XBUMcH8KqxjcIeIFHrRP8qYp8Y5jX0FQ3TbmGKokizwKryHLVMzYHWq560wJ7YYDGpSeaji/wBXil70AJKeKsxx/wDEuyDy7E/lVR+WA/SpEla3keN+VzhgOx9aQDJvLxGYldHAw4Jzk+o+vpSLcEYEsaSqP7w5/OppYmBDYypGQR3qPy/UUwI1Zc+lSJsZwGfavcgZxTvswI+7j8KcLIscbSPwoAktkVrpFBJXdnPfArrPEMgs4dJssAC2g+0OP9thuH6so/CsbQdJ83WLaAg5mcJ9Bnk/lXSQIdd8U310IPOhWVY0Ug4wDnBx+H5VL3Gtjltc0G60y2sbuWRHhvIyyEcYZeGU/Tg575rE2kNgjBrtPiTOja/FZQRiGOzgVfKVmKozfMQNxJHGK5T7a7JtkjVz2OP5jpTWwMYvSnAZNSCa1x+8gZSe8bkfoQf50oa2z8skgHugP8jQIbinRIRbXU5yF+WIHHALc/yBqWOJJyywNLKyqXIWMDCgZJPPAFNS5aS1FoihLZGM79y7AcE/ngfWhAdL4N07fY315Jz5kiWcZPv8zkf8BU/nVfxNOt14lMaY2W6hBgd+/wCtdTp6Lo/h6zRgB9ltWu5feSTkD/vlR/31XAB2e5nnflupPqcf41C1dynojvfFur217r9wNMhh34KtK+SC2ABjnGAAO2PrXEQ2zpG0kpL3EnzOzcnPpTlupYrJXCKxVmXzW4DDPGPWo0v5SQ5iQqDz8pxVRVkJu40otpCVQYmk+8fRf/r1XPTBqSR2aRmPLE5Jph7cdKYirL8rg9K1tCutjyRE9CJAPboay5lzzxRYzeTexOehO0/Q0AdwOpHY0sNzNZy+dA7RyqOCp5qtbybolB6r8p/CpyOaYHoa6Q2oT24N3qD6dLaLOJjKv+sJ+709M1U1+x0LRLHfJ9sluZgVhia7YBsdSfYVpeCbv7V4cWFjl7WQxH/d6r/M/lWP8U9K+1eG4NQVcvZTDd/uPwf121ld3sadDzjUovNt8rgshyPm5I71jKd3WmEAHoKQ8citEZkjAY6VEwFNaR+hY1GeepoASQ9gCfpUSwSythVA/wB5gP51LRTAcli4xkxZ95k/xqxFa7Ww8kA/7ar/AI1VxS0ATXk4QG3jYH++ynIPtmqsbYYfWkl4cH1FARgocqdhOA2OM+lAEz/dNNBHlsPWn5ylRAdRQBXHDVZjquw2tj3qaFuaAH4KuCKnlHQ+oqJyA3NTsyGBSWAIoAfbyMqqgOOvJ7V3/hG+mj0e+ijtDNcWzCSOEMAX3DhST0PHP1rg9PQTOXK7kVS5B746D8SPyBrqfh/dM9/qEUjgmVFlJz95snP8/wBKmWxUdzttE1PW7vzW1XTIbFAB5QSXc5PuMnittZ5MD52H41QQ8Y/StWztbOTT5rmfU4beVFY+U8ZPQccgjrWT1LIbm4vY7OZ7OL7TcouY4Wl2Bz6E1L4UufElz9ouNftLS1SMDyI4JCz7j13ckYx+NUBrGl25Kya1p5Kjl1MmG+mEq3beKIfs6+RBHcRZP7xZmUOfXBXPtR5AzqwxkCq3brzTGKSMTjd6VgJr+/JEKKCef3p4/SmzeJUijZbdFa4wSgUEgHHHbmjkFcn03WtL1LWLzQvOaGS1lYox6TKo+cg/7JyK2I9CtJbhbpLqRgucAheDXj/hPX9O027uL61V7u9kiZJVuUP7v5gSVx1z3rrIfiRPAN8NjZFz0Do7Y/WrcX0JudHq3gy11iGS2n1BsO4kLRw5KEMGGOcdq8d8Z2M2h+IViuLlJvNlkmQpkYXLYyD0Neip8UNVLKRYacQfvZhb/wCKrgPiO8mpWdlrtx5aS3F1JGRGDwAoOMdgP60436ibRXi1AlIznooOc1W/tWQxNamxt7gRyGRHeVkYBgPTtkVixXYWBAXxxTZZo5Dk4/EZqxG15sgiWX+xbIRu5wWuZG5Hc5PqDVLW9XvL5WFz5KqkTnbExbBbAySfXFUCymMKHIXGMYGMdelVLtCYGAkO0HO0AAZ98UAQMxbGWJCjAyc4HpVjT5GOpW+5icHaMnOB6CqmansSF1C2YjOJV49eaGB77osDQeKLInjzBMo/795/pXbTZDx+XBJMCcPtkA2+/PWueu9Tsp9Z0e6tLBbZIbl/NCZJYNCy8e2ea3knEwiktBFcW8pOZkmGFPsMc1zTNVsZGqeJNF0e9+yXd2wuFQSShAW8pcjlu/foMnHOKpeLXkbR4/KjWS0ndGFwJevdcDuCO9cv8SdFZb9prG0MsmoOr3DPg4KjChc9OmT61qXmB4Y0Oxs0/wCJZEqojysfO8xFOQV6Y56g00loxXZ4/qSE+IZmxx5+B+FdTbt5sYzWDNF5msH3uD/Ot7MGm26zXrtHv/1cSjMkn0HpWzMyvexs0DqqlmOMADJ6iuT1oh9TmIOcMa6u+OrT6fPOrjTLdUyIo+ZnH+23b6CuQvYfKlMYbdtJBY96aAXT0LSY9q6WawsLlS0ut28MjgFo3gkJU46EgYrB0lN034Vr30G65k92oYFix0a3huY3TXtLkAcEhmdD+q4rd8H6ReafFe20j2kkUsnmRPBco/r2Bz39K46xgG6TcAcAHB+tXrGK1TxbNb3tuJLU7mVFYqQOuRj2zSew1uek22nPC5eWFnAB2jdtye3ODWlHG23O0KSegrJbwusDN/Zer6lZ/wB1TJ5qe3Df409YvF9ioaOSw1JB/Cf3T/rx+tZMtG8u+GF2RFZguRvYgAd+lYlpaL/whEcgVneTTRjauf4OT+malj1+8e2uEvtNj06QKY/9OnESMWBHynB3Y68VuWXiG2sfhv8A2cFt2ki0wwpLC24OdpHB7iqgrCm7nzXfH/T7n/rq386r1NdMHupmHeRsfnUB+6fpWpBuaE/kW4k7tV24uy8hJP8ADWPayhLaIDj5RUjS5Zjn+HApAWDOSO9NebFpOhON4BP4VVMpxzUUkuY3BPagDU8MW9lqPiS3t7yCeayBLzCBtrYCjnPYA4r0220jR1t38rTLyFSWcb5mPJ6k1578P3sv7dvI7oyAy2bxwFG2/vMggH1Bx0rv/wC0Y/LXzJ2IzgnzScc88ZqZFRL6hm5JzjgGpXGInZjjCkk/Sqkur6VAv77UbWMHpulAzWbc+LtGutKvltNQgaRInVUfKs7YOAoP3vwrLlZdz17wz4hj8U+FLHVYSA7oElQfwuOGH58/jVyX7QFy8mB1AbnP4V4D4UvLiDQYUEkqEMzOsecDn2rdOpXBQOtzKVPGRI1Nx1BSPT7+0N9bSQMFO75lwejjp1/KuSeyuV4ED5zyMYIrnBqN15gT7TNyQAfMNZ174p1K3nCLo1vdJu4mVSxI/wBr5s5oUbBc6G+u/sULzR28l06A52D92mOu5h6egrgdbvZ9bHlX0heEHKxJ8iL9AP5nNdfH41FvZXFr/Z0UbyK6jyI8R4Zcd/15rhZeMD0GKqJMjPU2cN9HZXSkWbQNFvz80RJyrj6MBn2zWPdW8tpcS2twu2aN9rgHPI/pU+qPm/fvgAH8uKpSbnO8sS3cnk1oiC7CAGZvQYrR8HaTDr/jfStOuYzJbSTbplyRlFBZhkewrFjefay9VPUgc11Xw01fSNC8WSX+szPDClpIkZELSZdsDGFB/h3UAesnwj4Js50aLRtO3M3yh3MgP0BYjpXzvqdwl1q13cIqqks7uqqMAAsSAB2Fe0a18R/C4tZrfTBIs1xG0aTG0MaRkggMxxuwM9gTXiAjy20EHnGR0NJDZMnCUmaYWKnaQRilXc3CoxP0qhCc78r94dKYxJJJ6k5Nbeh6WlxcyG8XMYjPyg8gngH61Q1Cxksbp4pDnHIbsw9aQFUFsAbmx6Zoy395vzpKBTAcGb+83/fVO8yTH33/AO+jToWtwJPPieQkfJtfbg+/FRc9MUAdX4VZra3v9TkZj9mgYqSc4ZhtH8/0rIs1N1dpHLcywQhTLKYyQfX8+la0w+yeC4oVOJL65Cn12qP8T+lcy8zCQyISMk4+lShskuXWSd2TcUJ+XccnHbJ9aZEoZ+uKiTexwnOew61ZtwQWJBBXrkdKoQT4ZsY6cUiwBsfyozvcmrSApCW9e9IDZ0HSJrnRNSNtJDHPc4gjaZ9oZQQWAPriqWm6HdtrVvYXEJjaeYIOhBAPJB7iumuLBbDwLpWppMN6XBUIcbX3Dk++MflUXh+Q32qX2piMRiCHy4lB4WST5Rj82P4VN9CralrxXer/AGWRGcC/utqj0iXAH/joWuGZ/wDRnfP+sf8ArXomrSaH/YGppcxW7X1tERaFpCHQ4AwFH581jeDtH0rULOY6nLCrCVEjWT0wct9KS0QPc5HzJL+7UOwWNOeThVFdDtiist25TCB1U5BNU9P8PzwXEi3g8poSTNn/AJZ7ev49vqcVm3MoXU5DEhjt5W+VM9PT8askecbjjp2pG5GOwprSKsioSNxOOO1PYgdcD60AQODs561UYHFWWmQy7VyT6mpoAkDebLHvYfcB5A9+DQBt2ruuwP1dAfxHWtNW3IDWAl8Z5F+ULs56EVsQPnjPDUwOz8A33k6zNaMcLdRHH++vI/TdXWeILnTZNI1LT9SuBbQyW+wyyqQpZgdoX+8wIBIHSvL7G7bT9Qtr1TgwSq/68/pW38QNSt/EsGm2umTb44pHdknUxfMQACCfbORWbjdlJ6HlpimI5XkdfmA/rTfKl9F/77X/ABqw9vGszfuEmU9CkxA/UUvlw/8APhj/ALef/rVoSVjbyf7H/f1f8aY0TqOdn/fa/wCNXMW6jmw/8mj/AIVC8lvn/jxA/wC25/woArbT6r/30KUIT/FGPq4qTfD2sx/3+anqYj/y5x/jM9AEXlH/AJ6w/wDfwUvlf9NYP+/lWAqnpZ234yP/AI09UQOoeGxTccBpJHA/HmgCvFYSXc8UMTxO7tjCtnHqT7V0Wu6dFB4dihgxi2cMD3bPBNS6RaLbRmVookmk4xGDhV9Oeam1XzZLCRIWTe3HzjIx6UDOLhDMMBl/Go2SQSEbgPcValuJZWiSVYVaJdgEcapkZJ5x1PuaYzOCGQpnH8S5oEV5UCkFTnPel3K+PlWPGBkHr9anvJpbyZrmYhpJDlmVAoz7AAD8qLO7ubGdZbWXynU5DBQT0x3HoaAEkhO0HzM/hTBEuMknjue1TD7gB7VJbLmTeF3eWQQP7zH7o/Pn6CgDfj0W602GzkutiC4h84Rq2WXdwu70+Xt7mqvhi7TSvEHzsAhDRk+5Ix+uKuQytBFBDK8lxHCPulsZ5JOPxJrI1+/tLzWJ73T4zFE5DbfLCYIPoPoPxzU76DPY0OHxxwaSbT7W8kWSdGYgY+VyuR7gGo4ZC6qx/iUN+YBrP1fxDeaXex2ljoF1fu6hhIoOw57cDtWVrmhpWnhfRbfUP7Qj09PtW7eGkdnCn1AJwPyqbVs/aVlxw64zjuKtwSyyWkLzQfZ5nQGSHeG2N3XPeneL7X7Lo2mNuI2O6SH1Zhu/mKavezE9jnpLmV2+zWsbT3LjhI1LHH0FLcaHqdm9t9rmSOe4P7uGN97Y55OOFAx3NWLbX9K8H2YMUrtrEmXctgBcjAXOe2c/U5wcVhat4suL1hqDahYQMI0QKl0JJX28KWwpGcVokiLhdeELx4d1rdx7hgqvl+XnOCOnf5l/EgZrDla+02WS3uxveJsENhsfj1FbFp48t/sQt10sNPHEyCWKXhiRyWUDoe4Axj8K5+41Jri5lvrkh5pS0j7DlfoCf6/jTA1Ir5Gi3I2CO1YnjCaSaxsGLt5YJITPAOTk/Xp+VQQ3yvfI1vuWOY7GQ9j2q/4yh2aRZMAAA5H8qBHKxvwv0qXcBUCKam2nrTAcZOB2qKVsxOP9mnEHFMYfKfpQBAv3R9KltyRdQkHB8xf51En3F+lPQ4dW9GB/WgD3pdKtNe1DRbWSzlt4GmeWRlmJLBYc8E9OSPzrvkj+zyRwWtpbQ2Sj5RGdm0+yAY/HNch4PvzqmqaafNkf7Np8zsGbOwlkjAHp9012SSTC5kSSBEg/gkEuWb2244rnm9TWJDe2sU7jeDkfdb0rmteimjntYCsH2RQ8kbKTvLYUNuHQDnjFdnb2wupmQSFQq5Jx1rkPHM0Wn3tpZWsj3mpy5ijtY0/vEYHXqcD8KmNwdjzLT9JlhuknkiE19O5NnbZ4GefMf0AHPP1PodSfRLTTnhuZNRN7q0m77T8pKoM8MjY4XtjrVL7dJpOo3tw+p273zRva3Fs7r5f3uQD1yMdayrvXrjUZ3t1uFsIJTh5YpAW2g5HPt7VtZkaG1qOyfSrmCMkyum1QRgZz61507+fukz1Y11NuLS1uknOvXVxgYZJZdyt+lc4tqYZZYQwePeSjqeCKqKsJstaMm65UY6nFdDLBunBxjJ71kaVH5c+Rg7fmNe0ab4A0W/0iwv59Qu0luYVlKRlAAWGSACM4zSk7AjxuyT/TJE/2WH5Vp3tu9trOm6nJsNvLtUhRzgYVs/ga9Ti+Eehi4MyXmp5Oerpjn/gNaFx8NtBksY7O5vLzy0YsmZUVsn/gNLmQWMawD/ZI0dyWhzC/vtOM/iMH8avoZDv3+Ui7jsWPPA7Zya6ODwpp9ujKsty27BO5x1AAz09AKnPh6w9Zxx2f/wCtWT3NEzgtdtReNpdoQpkubryldlDFUI+bGfXiuatraX/hEDMz4SFHjK7D1Vip5xivUNU8O6S0tupuruK+AdrTa2fn298L7e3euOa0Nn4WudLllli86NrmVFf5Q2AxAB68j61cWkS9TwFjuYn1JNMf7jfSnLyi+4pJP9W30rYgnRiEX2Apxk44xSKOB7U1gc4xSARpG6Z/Ko2J2n3p5BxQY2IAHUmgDX8HJnXkc/8ALPMn/fKMa2WumghMrkbi2EBPWs/wTEXv7lvSCT9cL/Wm+IN9pcq391CfxzR1AvWuj3OvzCKKJneWVIjKw+VWY4UMe1dNYfD2xg0i11IXIvASrTrFuUIhBJIIUnC4y3HQHFXoL2w0fTYbmK6mtIEjkhVoI2jkkEkW6IupxuUENuzzngcYrLvvHW2Fp4rcW4W3W1ceSJ2x78BI8knjrjjpTGdBL4MgsFv47O1u5ntGS4jaOVT51u2AyDIAWQE5GexA61l39o1hK/lSGSFz+5lI+WZOxB6Z9R2PFcjD8QNUhljeGa7YRghMzfdHGeg68D8h6VdsvH0QWOKZJvLVXQxyMHVldizDOM5LEnPJzUNdhm9aLNKyxoC0j9ABye/FZjSblBz1Fbfha5tpryynS5DKj4yxAbdjjgep6evNU/FVoNP1p3hwLe4/ex46A5+Zfz/QipK6GNKWx0P5VQmPU1XGnrFeG4S5nALbmjJyD7fSm3UpxgGmSZeo25SO2vFYyQ3Sct/ddeGX8OD+NUQQGwxOPUVbguI0tLuzutxjZS8JH8Eo6H8RwaoZJ+Y9askngcD5SevIra0f5I55QMlyAPwqnpLxXVvPpUxjR5WEttK3G2UDG0n0YcfXFPtbpoofL2bWBO4NwVPcGmAmoXqXMMkLCaObK7UZOG5Oec8dvrWbBGrSKGO0dzjNXLqRpyM8gUkCxJueUSEAfKsYBJP40AKTavhEaZm3EYePA28YOc/XjHpU8UMOSX37QM4jXJP4VGZI5G/crMFAX/WgA5xz07Zzj2q6t0tva7vs8kzk9EPQe9ICzo80LyGOGC5VjGC5ePADAnIz+VWr/Sv7Rttjna45Ru6n/CpdMv0uvM2RTxRq2EEw5I/xrZVUK5JqW9RnmEtuLed4ZndHQ4ZSnSlWKEgfvpPwiNdrr2lm6Rbq2Yx3UXIIGS6j1HcjtWDaW+6JWEnmZ/iAx+lUmIyvIhxxNMf+2RpfJiABEsxbPAaIgfnXSwxhPmK4VVJb2Aqhpd4NW1C2t7gbYxJukK5J2+w+lAFzX53M9lYyNgWdmNzLGC25/p1+939K5ObAfCnKgcE967qGT7NJrOsXsCEzKTAknJGM44+uPyrgznv360IbEHWtFL64WHymcSJ/dlUPj8+R+dVYIPOYCN03dldgp/M8VLLDLCcSxsh9xTEIPLLZMKj/AHSRViKeGD5xaROw6GUlgPw4FVgQF6ilILIFQZZuABSA0b3Vr7UrSE3k7SKhPloAFWNRwAqjgc5rs/DsQsfDts8uB5pe8l/3V+VP/ZzXO6joFlBbaclnrlrfXVwUie0hU7oTjnJ6dePrXQ+JZ4tP0WeGP7pKWceO6oMEj8Qx/GofYpHE3DNPLd3kn+slPX/eb/Cj95G8csUgQqvIPf6illaM2qbAfmk5z7D/AOvVefiUjPt+QqhHYXax2+nra52uwDyj0/up+HU+59qwrfTYdQLM7NjrGqnBx03Vdhj/ALX1SO0lm8uFzumk5JVR1/E9Pxrt9QhsZLSae2ubZ7mCI/ZYHgwo2jhMjBx/WmI8+fQLaKGRsTs4PA3gfQ9OlZKOPMkeaMyBRiNc/Ln1NadwNZvGZrizudrHOxIWUD2+lVpbG+IVRYThMcjymGPxoAitriz/ALQFzqFs8sKDCxxsMM3vnt7Vqf27pzzF8Xy5bOxI4to9ABWC8cjkDAyOAoI4/Cp7O1LvjEaOOrSOBihgaGu66l2kNtY2pgghwzvIFMkjD1I7ewq3ZTBokcHIrLuNLk2F1ubRsD7iy8n6dquacLe3tliubgrJjJAwQPTkUIC2+rWTQujlmDDaw2fnUA0uyuIQ5il2gfu1dz096nhtYXO9ZZXQdMng1abpQMzLfR726mW3sbWSeTtHChY/kKpzrJbMVlUq4OCpGCDXS2GuNojyzeXA4dcL52cKw5DAAjJHvmud1bVor68lu5JDNPM5d9iBFz7UagyhJOzdBmo/nPbH4VoWbwXEE/8Ao6+Yi5ALHmqHnoz8rtB9DwKYhVDcf0FTGMo5RsBl6jIP8qjeBXOGzxxwafHEsYwoxQBKnFTW0aTXIkdFYRnAJ7t6fhVKeYQpx95unt71uWdlEtnCf7T0xMoDte6G4Z55HrQBoRykgkn60agskIMUgKSbQ209cMMg/iKpz2NlcxrHLrdgqg5/d3Df/E0R2emWsO2LWNOBI5YvISf/ABykMxHmvIoZrZrjMEpUuiqAGKnjP51XbleOv0rYlsbKQlv7d08ewWY/+06h/s7TwuW8QWY+lvOf/ZKYitEmo6lHFZ+cZI1kLRrJKqIrEc43EAZwPyFZ/Q4Nav8AZ2kMwZvEMOR022kx/oKf/Zuj7SRr5J7AWEnP60AZ6mSUqoDSOxCqBySTwBW+ixWrvpoEbyWjBpJFHLSEYb8F6VzXnFJFMbFNhypBwdw71reGxbz67FFeXPkwT5Ekh/P9fX3pPYC1f3PkWjEHDv8AKv8AX9KwYY/OuIoezMAfpVzWZEbU5libMEZxH827APPJ7nt+FGixh75XI6Uugz02DURsUA9ABV9NSKqAGIB9O9chMbryozZ+WXz8yyNtGKvQ+YFJlcF2YsQp+Vf9ke1Q0Vc7PRbgXWoAs37uEeY317D8/wCVQ+PtVFp4fbVftGSi+TBav0aVifnHqQM9fSqdjqFvpelKz7y8pLMqj5m9APwH6muC8Yazfa9Fb3LW5j0yKV4oig/d7yASM/xHA5PT0qoxE2LJ4I1e5v7dJZxPcXMfmsFBMh43fKD97juKQaLp8OY5LWR3HBMsjAg/QYxV3QNSurKxs54JmLrGykv82RuOV+nAFdlHfaD4q2R6nGNP1Fhj7REn+tkJ+8zZwBjqCOOxrlnUlJtJ2PrcFgKNCjGrUp86kk297fLsecTaBaud1rLJbSjlSWLLn+YrNnuLqKaS2vlzNj5if+Wg+vr6N+ddpf6TcWM0wUNNbxtgTqhAI7HB5Fc34hhWSwhuP+WkUgQH1U5P8xTpVZc3LInNcrw7w7xGHVrbrp/wDa03w9a3I0i905cwG2H2mQvndMDySP4TyRj0XPerfjm1U+H4Qo+5LgfiDR4DYR+H5Bx89yzfoBW/d6WNdiWwNzDbbmDiaY4VdvPP1rpbsz5M8hg2uoI9OatxwtIflVm+gzXc+IvBehaVYXc0Gs28zRsvlhLiPIYnnIBzg8/Suf0rTNMudSgt31lLWGaVUeVnU7ATjceccU+a4WMs2bFGOw8DnjpVJoc/LXqWoeBvCdnbXDp49s5Zoj8o86MeZgc8Bz+GKdo/hbwTJ4fN9d+LLCG8kbbFE88ZCfNjLjIJ45xxRcLHj+0p8jAgjgg0H7pPoK6Xx1b2dr4hVLPUNKvYfs6AT6bkIxBI+YZOH4GefSubbGwgkDIwKoR798KdMltjqV5KAPNt4UU5zwct/hXfwuXaQvBJCAcAyMvz+4xmsbwFLDc+E7SeCXzM28QlIToQgyOnOPao9Z8YW2mWUosLa5vNSAz9mEDExf7TgDP4fyFc0tWarREviPxfbeE7GZlIl1GcBbeHGSM9GI/kO5rnbH7Z4GsZvFevaa91rt3KsUAlmG2AOCcHqQxwd3Ht61L4O0SCHVD4m8Y6lbjWZD5ltaTygm3B6Ow/v46Dov16P+KusaZqHh+ztLLUILiQXgkdYnyQAjDJ/E1UbLREO7PG9RX7bcXN/JGYZbmeSVos8JuYn8uazYYZ3l8uFPMcjO0DnArUmT+Et+Gai01fL1JWQFj5UnHvgYrYkiNjfKu77MfcYHH605rDVE2lrGRQ4ypZcZ/Wuouglhdo1leRXBQK6zFcKrZ6H1xx/Km3WranexCK6jjSEyYKmIoz4Bw65JyPbjrSuxmDbw6haL5stmyRsucuuAw9RzyPpXZ2vxJ1u1jgWG10lFhQRxn7Jkqo6DJbNYGoXk1zYyLJKX8i3McYOPlUD0H0HPXgVjQSllBI60mCPZfA/wAR9W13xDBpWp29qonjkKSQrtKsoLDvgggV6OwEjAtEjlehK5xXzt4N1CLT/GWj3MrbY0uAHY9lYFT/ADr3KXXdDuE2PqBABz+73r/IVDRRs7zjnvSknB9ayV8Q6MgCi+GAMD5H/wAKd/wkej/8/uf+2bf4VACTQXL67Z367PJt1IZc85w3+NcHrdlDpmh6najfIIEumRpfmKg7mAB9Bnj2rvR4j0cA/wCln/v03+FeeeO9Tgey1yS3hvpIZrctHMLZ/LBKbW+bGMZH86aWozwQDCj2FSQ273cqwxjLNz9AOppZIJoAnnQyRCRd6eYhXcvqM9R711vw/m/sbxLPNe2GpPmxYJFb2Zlc7iuCVP8ACRnmt+hmYH9nzQD94vHrUJVd2evavZZo/DV7uNx4e8SYPJ8vSZIyfy4rhLnSLozyG18OaukO47QbKTOO3Wp5irHLhEI5YCnNBiGSRFL+WvO09Cen/wCqurg0ORuZvDetF+xWxkrtPDsWlJoVtZ6t4O1ZrqzuXlhlGlOS2SCCx4z3GDkcChyFY4zwFYtGs7yJhjCM/iwP9K1PEWgw3z2rspKb1jkVW2lhnIGe2eRn3FdXrv8AZlqUubHTbuyluWPnC5gaLdjptB7delYt5cpd2ktu0EhEi7eBkZ7VN3e5dlax5v4h1+61nVDIzEpCPItwDk7QTz9SeeMdeK7DQLAXfh46bcyW6yQrynl5J5zzng84BOP5VwmmIp16NGGArttU+oBx+tdPb3MtrcJPA5WRDkNWdednY9/JMvjXhKs907IfN9otZmhfKMnBC8D8MdqpXVnb36kToFkPSZR8wPv6j613EOlW3ijQlltbjOqxuFaNkOSTnC/KOFOM7jwOnrXHsjpI0bIyurbSp6g+lc75o6o+jh7DFQlSqRV1o1Y5/Tb670PVgokKNHIAwHIOD+o/xrvNUvYtTscpKHZfnTHI6dj7iuB1KWFvEDu5XyldFc9jgAN/WtfQnV57uOAjyfmeIY/h3cY/A13LVJs/P68VTqyhF3SbEeQbSxPGM1nyyLNEJUdWQnbw3P5dau3o8mYj+FskVlMFjz5ahevT34NFjIozr/F6VBnggdCMGrDfeNV2UoRkYB5B9apCGnIPp6Gti/1CG9khvMH7RKmLsAcbxwHH1HJ96xzgqBjkd6QMVNMDTcKD94bexHephclVVYbO1YBCpZ2O4kjr1HTqKq213cQxHyZnjDHkKcZom1PUByLyfH+/QBoRqrAbiM98VbjiUkbR0Nc//bGo8f6dc/hIasJfa2WAF1fID/EXYD9KQHWWsEglyQT71FnxFEWRTazoWX52G0hR7DpnPPXoK5kalrYPzXOoEenmNUqarfumRf3g7YMzcfrSYzsDI/JIPt1rObTyXu7205dAJZrZRyyDId19wdpI9CawDqF+et9df9/m/wAaj/tq+tbqOUXMkjryPMYtjsRz2IyD6ihAWtYvfMiVIJSI2HzAdCKzVv547OK2j2xCKQyLKgw+SMfe646cdKutf2M+pOIIDFbyYZEb+BiPmUe2c4pLhU6rGFHcAcGqEVLjULm6t/JnZW53b8YY/XHBrPOc8ip5lAfKgDHYVYsomunEESLLuPMTDke4PagCtGvHStSz0XVbyz+1WdrLJBuKZRgOR14zWtr3hGPQIbV31e0kW4TKmMlwrAAlCRyDz1xjrWLbXOpWeVsryRFznbFN8uT7Ur3HYsJo+uM+yPTbxmzjiHNa2j+FNUl8TaTBqlrJDDLNv2uR8yqNxOB2x/Os2PWvElqXMWpTxG4IDFZk3Oeg6HNdx8P9JvLbUbnWtYnlZ44mG12LNyOeT7Ck9EC3K76PY6b48vDbcQWMf2hUVB+7kIyF/wBoZK4zzz7VD4o0NrnR0vV1Wzit7JW/dXD7ZZnwM7VGeaXTrlrqC61SYESaleNMwPaNDkD8yo/Cs3xz4bvtGuTqLjz7W6ADTAf6p8D5G/oe9StynscyozDbju2Wwfdsf0qvI29yc55qzKpWWJFBLBFUADvtz/M1LZ2CuPMlKlQcZJ+Un29aq9iTY0tUEDzsoLSnAJHQCt/y9IfRvPS6Kagg+eB0yHOei4HpznPauSh1u5t7eOFbVNsahQRIKnt9Ylu7gRyxeWmOSDn8aoRqG4jQAvGAu4A4HNLd3lrJMRYRTLD2a4YFvqQvFNCoVKOuVYYYe1VwrQzKpjjkKONwkyFZex455/xpAbOiW1tNYajKmmwy3KoMEyFXibnJUD7x7/8A66sad4G07VNRZtZ1GXTg8KzpHBF5jXKt3Q5wD69azNI1W48O6rb6rbMrSQcSqRw69Dkf54+lar6rbo8Oo2he21JLhpcKT5MQzkBQT0Of5+tS7lHaaV4G8NWm02Xhd7xx0uNWkLg++wYH6VwXjrw9PZeL5IriG2gt2jWeKO1jSNQG6jC9OQetenz/ABI0yHw1DqdrCkt9KCn2beAI5R1yOu0ZyD3z1ryS9vbjUL6a8u5WluJmLu7d/wD61TBSvdj0KvQBVGAOgHamSOQnfjtVe/lvF2rZxo5J+ZmPT8Kav2ny2e6eMyM2dkYwFHoK0JZzF3dS3U7PKec4A7L7VLY6fdX80cUCf6xtqu52rn6mtG6tLeSQu0fzHqVOM1ebV7uS0htd0YjhA2bYxkYPHP40XAtaZ4SuYJGlN/bkAYYopK/99HFZOpaVptpKqWupG8cH94Ej2xr7Bs81Za6kuTGby5eSIPhoufu+uOB+HWtXxVd6NctaQ6TGu2BCjTLbLAHHUfKCTnk5JPpRqBzOTyASARgj1oJCKWbOB+tSqoB9arzMssX7phJISVjReox1Y/0piM2Z2klZn656elTQt+7B9ODVfY2/aVIbuCKu21sz7l3RJg9ZJAuaAGieP+9TxE8+GV8L2AHNR2OnveXqQF44lJOZJXCrge5rtLPwnc3SiS1axdMYDrKMfmBQByw0/OMzSe/Aqve2ywR5SV2553V2Oo+HLnTIRJeXVpCGB8vcJCHPoCExn8a4y+ctL5eQdnUg5BNAFVHCnmrSTozbRnP0qnjp2zU0MRLq2dqBsF8Zx+FADZgVlYe+ad2FOulRZRskMgI67NtMU8CgBc9q29FX5gemTWKo3EVtWsEstsUgl8qTjD54x3pMDqIc4BNW4lMsypz8xxwMn8B3PoKx7OOW3Ek95ePPI6qpZidowMDHvV66vLvS5ha2UbtrEq4CIMtbKfX0cjr/AHRx1zibFXLd5E+oTSWiv5VvANt5OGwE9IEPdj/ER9BwOU8TapbX3h8aMI4YGiCfZraNCZN65xtQc9CQS2OvQmotJ8Hz+XG+oawtv1PkQlmdc9fmxhSe+3P1rpdN07StEuC1pNbQggDIidnb1yxGaoVzzLTb86e8lleo8a7+dynMT98j0reC7k3Lh4z0ZTkH8a0tc0q21S5kkITzAx2zbeSPcdxXNt4V1O2fNneR7T/ckKGsKlBT1R7uXZ5PCw9lNc0Vt3R0+m6xdWbKjKZ7cH5kdug9j/jxWX4nGnapotxfWU8MQSZFjt4nBLyHIwV68jJBHFZT+HdbuhsuLvK9xJNkfkM1p6Z4bg0xxP5okuQOHK8L9B/WlTo8ru2Rj83WIi40ocqe/n+hraHaf2Xo9taMB5qjfJ/vHk/l0/CtN5V8ti8UMygEmOZNyN9R3rEuJzboricM56rt5HvnpinW15LPIqswKk7SPrWzPFLgurK2GbnQ9BA3MF26chPHqcVZg8R6bGdkGj6KhJ6/2Wn9RWNeEvI4PY9PQnrWYOJ2Xpmsyj07UINX0qNZbuw0CBHxtYWcXJPQdOvtWi/h7xSvkE2/h+NplLIDZx5AGM5+X3FctrXj3QtVv4lurS4eW3KL5Rtyx3L1I/Xn3ro5/ixLf32/TvCeqXMiReWsfkucZOc8L3wKeoXRwHxDTWPDHiCwu9Si06V7mykijWGIKgAbngDrz+XFcFp2oSadHdLFDHL9ohMJLqTtHqP8Dx+Ve63U3xK8VBI08N2enW4OUlv1RSmfTdub8gKsaZ8Lz5wuPEevXN645+z2RMEOfQt95v0qlNJaitd6HnnhvX9bGlafa6VcTSXFrEUZuI4bZWOAZJCMLj8+eK6HTdN1nw1PNLqF0PtF4xK3ttOJYZVU/dUdQQTkk8nI9K9Zi06ztLH7Da2VvHZ9TAsYKk+p/vH3OTXLeN9Puri3077DaySeS0imO2jzsBAI4HQcVz1Zc0WkawVpJnIalrEMsUa398Mxl3Bitt8rfdzu5AxyMda4zV9QtpBHJaSXEm5juE0Hl4+nzHNdzpXgdtTOp3Wt21xbwpEfI34Vt/y5O084wDXmeq2c2nv8yoIJWbyGUclRwc/jToJpJXCq1cqS3LO+9u3THaiDVltbnzHjLqFK/KeTmqzOwH3cH6c1C2drjC/MO/r611mBuR+J4oZUlS2lDIwZdxU8j2q7e+PXv7cQPZ7Y8hjhsnI9z0/CuKYZ4Z8/VqbjPG/9TSsgOpu/Fi3llBaGzKJDE0KEP13cZb36dMVXt5VSFQWHAwawEQFsHkH61cD/AC4osO5uW0wWaOWMgsjhgPcHNdJF4svJ5oYYtLiaSZsZacqF75zjpXE2olVWlRHKJ95tpwPqa7afTrO30C21SDzRKvlliWyDu4PH1xUtJD3LieJZl8T2+iS2UYMyBvNSUnbwT0xz0rqY8kdK5CFtEiv01m8u1juwgVUbHGM9O/Oaujxvp7EpaWs9w491Rfzak0BtXl09vc2UCRqz3UrICxwFCoWJ/Sua8Zm7Nk9oLm5eS5XCQxudmARldvepX1C/1S7tp/tOj6b9nLNG0l0JWG5dp+UHHSoNU0S7vpoiuuNeqUJeQYVBz0Xb/jS2GcLeQ6zfvELmzuZHijEahYOcD1wOT7n0rsvA+j+INc1y5u7iS4sBDbpEbhkMRIz0AA+Y8En86v6BDe+CPEKR3Mcg07UgI/MZMbXHQ/8A1vevT7a8y4DSZHbJzRKQRic7/YNy1lNdw+Kr10jR2+ZGTO3Pr9K4T/hJ70tgXeocjP8Ax9f/AFq9a16VU0HU5ByVtJGz6AqQK8JTmfjtUxKZ1EWratNCZV1O7TaOAZSarQ+KdXa/W3k1O9CnPKTEE0Qrt09q5Wa9RL9ZIpFdonBIB96aEzutQv5rjTYHluZpm8x1UzvuIGF/xqLTNRaOdcRtnPBibH86q3k8UVpaRujyBo2cbfQucfyrQtbW2gthcSeZGByAj7Wb2z6f4VdlYh7nIeNNEm0/Vv7YtVKwXD+aR3ifvkehPNQW2qWl0g3usE38SOcAn2P+NdBqOrQ3TyBo3ZQMN8w5HpWG9hpd4R5VrMhb+GJgf0OamdNSWp34LMa2Dk3T2e6NLTdXbRr2O9gvIkKkbgJwA691ODnBqXxNqtvf20mq2MltG0xEdtGhzKxzg5UdxzzgAccVlDw5psLbrgXEf+zJIi//AF/0q+z6PpFo1xDa+c6kKBnPJzjLHoOD0/KpjSSOnE5zVrPmjFRdrXW5FDodp4d8IzX+qwxXGqakrQWltINwiHdz7jrntwO5qv4NO+e+iQbkSFMn6HH9axry9vtavDIS0shGwFeEiX+6ueAK6bQG/sSykhhWGSSUhpXK56dAOegrXZHkbia1Ys9szKo3Jl1x3HcflzXJSEbCT6Zr0vTJra/vFiu7VWBIwYyykc/WvOtRMA1G7+yqUtxPIIkJzhdxwM9+KE7iZTMBa2W5R0ZSxXaM7uBkn6VWddy8D5u1SlmA2gkLzwKjzimIW1spbxLgxYJgi81lzyVBAOPXGc1VI3HI6+nrVq2uXsbyK6iHKnlezA8FT7EZH407VIIIb3daurW8y+bEFP3ASflPuOlMCAuFtwFPze1QFmPVifxq1LIzph8EfQA/nip7jQNSgtYrw24a2lGVljkV1H1IPGPegDOTlx069ziu00meaW8itoHtbqERq0hMexkHfBySSPeuLYAHHpwcHOa1NDuJ4b5Ps7BJWbiTGSg7kUMD0QW0LDPloT9BXOeKdC32x1GzGGjH75F/iH978O9eheHpbeIxvcL9rPBZrjDfp0xWj438P3MulHVvDkz2zopMltCfkkXHIweM/wA6zvZlbnz5bNmb55MKB3anXKHzWyMYOMHqKlVgJGeMAbuowP8AIqe5NszkTyESj755yTWhJmdv5VuyQzwJElyF3PEJEdTkOp7g+3Q1tab4Q0yfTLXUXuLueOVcuYNoETcgKc9TnHHeq2rWNxp+jIgiL2rXAdJJo9kkDEc9CRtYD9KXMmOzOcdMk1q6NoUmoQzXUF9HDcWwMgTdhzjpt465x1NUAquCVkibnGA/P5VNHG6g4oEEmqX1w8kl44mkY4bfxj8uP0qr5i55gX8CP/rVdFpvOW9atwWsMXIQMfcUaBcxHVXYskJVV64GauW2u6pY2z29rqNxHBINrRh8qR9DWzFZSalOIYo0Q9N5HSpJ/CE0MpW6ZW94yOaLodmY9r4k1CzMZiNvmP7pe3Vtv517F4Wa817wu1z4hP2ttS6xsgVfKHC4AwB3OfpXB2HgWO5kV0ikljB5DEAV6zawLBZwQKAqxIEAXoAKiTRSR4z4z8MXfh/UUaNnksbhyIpx1GeqN6HH5isSe/aFBDDgSAbdw/5Zj0Hv719BXVlbajZS2V5CstvMNrIf0I9COxrzZtC+Gf2yazfV9QiuImKsC5+8DggZTBNCdwaMNXAOSwOeuR/jTpo5pbOQQqZcoSSq7ce2SOfwrZ0TQrzW382w0yWYPgrKybU/M8flXZxeBoLCISeINYhtFxkwQn5vpnr+lVdCSPLtNumurfa4ImThge/oaszbRHvZsGPvjPy9/wDGug8X6h4N03TGttBs9l9uH795Gy4B7jPP4/hXCxxXWo2z3NzcmO18zygQQAXxnGPp39xQtRWLrXsULfckl658sbsfWoTrNnGwhME7MFwERQcccDmmw2sNshVZy/8AwIDFNhuLmO4MMe1izhULKDnPvTA1Im/cqzRmNmGSp6j2oZ6oXtxe2ly0MrwMR0eJQVYeoPpVQ6hcn+KP/vgUBc1i/HHWonJPWsiPV5pSVVwCPWMVL/aN1jG9Mf8AXNf8KBXJ5F7mqz4XoaQ6hddPMT/v0v8AhTTq9wZghcBugPlJ/hQAgPv+tPV49rKVyxI2tu6evHfNH2y56+b+SL/hVyyW/wBQ88RXB3Qp5hXYOR3OQOAPU0AUEu2CSbbNiOB5rsQF9fauu8D6Kl7p1xNp1pbTXkJZri4usMsMYPHBOBx3wT9K4yRXuSWkuUII43MSR+FaGjSQWRZZrlliY/OYgS2PbiiSuhrc3vHmoWNrd+TZW1oLiUJJIISHSEY+6repOSfTpXIrcNcqnyRBumEJz+OaXUprFt4topGJP+skY5/KpNF0mfUJ41tCVlPO8nhBmiKsgZb0TT5tR1NYCjiNeXJ6fQV7DpumBIo7eIKAuNwPr2FVtE8NQ2tiHleZ5sYDMBlvfFaZ0ieztvtdu7epBGCPqvcUmwRn+M7i0ttDlsZol2yL86E5+bsR714PcEbuDkmu58a6xJeXBSUhW7gdK4X5VzjuaaQMbCqSyqsjbFzy2M4rVTT1lQm2BXYpIGxi0h7D0H1rK3EHgmpVnkP/AC2kx/vmmIlvLd4BH5wUMc4UHmqmSaV+enrTo07nrQBLCmWGSAK39Ot5LiVYLYiSQgnrgKByST0AA5JNZFsTHJuRA8g/1ankZruBrIsLJbe4jjuJoUUXbFRiZ15jgGP+WSfeYfxHrxikAyTdoQhlUiXUZV32xYcRqek209M/w55/i9K0fChCRXsYdTKWWRmY/M+c5OT15rmJL2S7le5uWeS8ldnmmd8789OMcY/zipLW7eC5SVDzjBxQM7i+Fw8GLZ0ZyeRvAqrY20kZY3U8XPRQ4OK5O4bVG1SO/jvpYY8EKqgr8uMEDse9WIL2a3t0hR3YKuNzDk07gdZP5AOPNQHHrWdNL5TZDA/nWZFqMzEb2GO3FaDOs9sV3bGI++o5FK4GZe3dyZeJhFGeOFOaY2pDG3zXIHqDVJtMNtcNPPevOSxIXGAPzJqGRo921GznjGaTHYt3E8Xl+fJMEiHBJUk1LZanYJPGUuc4YE/u2/wrH1kkWSIOm7n8BWfZMfMFLoLqdn5vmM7/AN5ieaz5+Loe4xU0T5jX6VXuuJkasy2fRfg5ZbnTtMuio5tIwHC89AOv4VqRXTvPfSbz89wygeygL/MGvKPCnh5tes1lkvbq3jCqqiGTrxz9K9QsrSOxsYLUPvWFAoY/ePuaiUug4oZcWa3V9BcPd3aeSD+5ik2o/Q88ZPQd6nkkRySR+FUorjURrE63FrZppgT91KJSZWb/AHR0H1qdpowAFC8egrMop6lYQ6msCyXN5B5MnmI1tMYyTjofUVZG5VVVztUALuPPHqaz9RudVF5arp0Nk1oW/wBIedyGUeqgDrU95ewQwyysrFUBY+pAoAp+IreK+8P39rcM5jkiKkIxVvzFeD+IJZoRpW0soEcyIy9RjH616frHjCZ4GttPtI7S5d1Hm3jboyvcAKPvH34rzXVZWv7WOzjYRsMyiRudu0c/oa0pySVyo0XUlyLc5KW6MsrO24sxJJ3dTUfmA9j/AN9f/Wq2NMck5vR+EVOGksRzen8I62dWHcv6hiP5SiWQ/wAP/j1JlR/Cf++q0ho5Yf8AH8//AH7/APr0p0UgZ+3SYH/TP/69J1odyv7OxH8pmecfQfnR5x/uirzaSFJzfS5/65//AF6iOlj/AJ/G/wC+TT9rETy/EL7JFHcyBHAHy7TkZOD/AJNdDY6Zq1/aC8adXssbQglKtGM4zgVmWmmNDL5/2kOsXzkYOa67w27SaFcxAgNmYD2J5FHOnsZVMPKklz7stadoUUKkC3iaTu7Lkn8TV/8AsGOdSk0MbRsORtHNX9F0y6khX7TOskyj53QbQfoK3U0dcL5hyoOcZ64+lRczsYlrodjvwbWLA7uM1qi0gTb5UICrwAowKu21ldnJuPszFc7RDGVGMkjOT6ED8KtjTXIyzAY7VLY0jPk0W11PTri2kiy8mX3liWDdjyeKTwvP56yaTfgC/s+Aenmp2P8An+la0NteQX+9J7cWu1f3fl/PnnJ3Z+lZPiOzmhlh1ywH+lWp+cL/ABr3H+f60XvoBL4o0+C30PVbtIwJnt9juGOSMgAY/GvHrb5rk16z4k1Qat4JkvbSRRbsoEi4zu6cZ7YOPwryiwGZifeqQnudBKAml89+tcK1tDaMyRKdxP3i3RfQD+tdxeuBZKo7da5c2xxJeSALEh2qWXO5unA7n9KIgzTl1OBbeyjuJ1gCokZkByQoPXH49K3dRubC+jtvsmqXVzbtHmMi1CMwzjON3HQ9a5KLTlEiSQ2Yu5iwGyQFlZj0U45Y+wrtIPCOq/2BPd3qwQ3FtC0i2sHyFkHO3Cjapxnjnp61omluTZsyvIs42ZzbQrnr9pkLH/vlcCoZ722ZPLFw4jX+CCMRIPwH9awZblpJf3cKLGRlSBuI/E00xeem2XDrjoxGKq4rGil9Ybj9nRHYdTndT/7QRsrLCJlbqkh+U/hWWlqkKYjRUX2NOEbDJGePepuNGpLcLOSDCoU9FU4Aql9o0/Tl8x5XVi20ruJwevp0qMM3eo5bdJx++tw+DnkUIGbVvqgtIzPGCeNysG4NceynHPPrWw6yeT5aIQgGAFHQVTa3mI/1Tn2xTSEzLYZPOfoKkn0+SKHzhLDInHCNluRnpipZbO4znyJOf9k0zyb7aFEcwA5HyH0piKDqRlT1qHoa0hY3LRsTC6soHylDlvpxUEmn3Wci1lH/AAA80wGkw7UIV1kK/N0IqxbapLamIxRwkxElSyZzn1GcEexFVJopUfBjYexFM2v/AHT+VAAUDMWJxk5wBxU9nM8FwpUfd7+1QAOTjac/SrKWl7jelrMwPpGTQB6DoeqjYjM3A7eteleH9bkEfkbFaN8ABjzXiWgmeGdRcxSQ4PG9SMj2zXpmj3ZRhtI2Z4AHNS0NMyfHHw5ntNQfxHpVk89sW86a2hXDKw5JUdx6gc15PLI891NOYwFdmYr6Zr6w0e+gePyC456gHJB7fSvJvix4HEEh1vSo8xs+LuFFOQe0gHoeh/A96UZA0cl4a1XU9EhknsbjZHKv7wIwIJHTjGMiqninxDf6u8Mc0o8uIZCqqrub1OByfrWN9kvYmXZDcKO+1GqUx3hH+ouD/wBs2/wqrIL6FdfKKoJIPnzkOrEE/h0rS3+Sq+ZBMocZUtxuHqOORVUQ3r4Vre4PoDEx/pXQ6neavrFlaW0trOVtwNokl3bOMYQHGxfbmhsEZS3kQ/5YyH/gY/wqX+07ZcA28mew85ef/Hagt9Nvbt5EtrV5WiUtIFI+UDqTzVU2BLszRMXPT5wAKQHR6b4pttPbI0t3PqbgD/2WrVz42incudMcZ7faB/8AE1y/2O52lhESAMkhhwPzqWTSNRig86WzkSLH3yRj+dLQaudfafEmKyi2ron4m8x/7LVtPiuAP+QCp9D9r/8Asa80eNCQJD9AGAzWlpugapqqy/2bp8twkJAfYR8megOTRZBdndr8V2Y4Ggpz/wBPZ/8AiazdW8XaXq1xv1LwVaSXRAPmPcSI7emSoBYVkJ4M8TJIrHQp22sDtZlwcdj81a2vw+LdYNor6Tq7NaA+W0m12j/2VZQDjgdSTmjQZsa18Y7+63Q6VGIYwuMRjYMY9eprib3VdR1Fi95fuVbkpEcA/U9TXPibbKr8jsfpUzyGE+WT06fTtTUUibklzFCU+RQreueTUUcr7PlZgCfmUHg49RULTZ702J+WH40xFt7uNAMo34YoW7D8qjjHOark+2SOa0bHTpNQgmeK4t1kiUv5UjbSwAycZ/Qd6AIrjUpryXzriSSaRgBvkfJwOlRiUv0GDVYcZHoeKt2sLA73QhO2eMn2oAsR2Us7R4PztwoC8100PgYyKvmajtcjkLDnB9OtSeHrQD/THxxwmfX1rsbacTK8cFiGjRlcSopZ1G35t7dNucHtipbZVjmJfh1bQWbXVxrE20EKqR2wLSMeFVRu5JPFcXqMC2N3PafaUmEONzoPl3Y+YA98HIz3xXaeJ/ETrHGYWKyupFqueYozwZT/ALTDhfRee9cDCUN5HuGYlkUMSMimr9RM1pdISHTLS9Wd2WdGLKUxsYEZH5EGt6TwBJb2LXV1eP5nyEWlonnzhGx8zBflXqPlLZNU7O5+36JqSSKf9HlFwme6/df9CD+FdRp+ux6P4P0m4udWnjR5ZYDCIWaNXiYYBCY3ZVgefWldj0OZk8I20ELSzN4hSNfvO2kKij8TLVX+x9GHH27Wv/AKEfzmrT8W+KZfEMkdvE4+wREOAEZPMfHUgknjoPzrmhGOu0flVCLx0fw/0afWm/7ZW4/9q13ng/w5FanfbrIICQwNwo8wj0O04H61L8N/h9banbLrusRs1uWItbfO0SY/jbvj0FevW+m2MSBI7OFV9AlJsdjnIoZC+5VVkXouMH86zvEeoxpZlQxXHPXBGK667soo0YWo2MR93PBrxrxtqhhlkVwVkU7CD2NTuByupHRr2eee8huXnLHa0d7HEgH+6yk/rXH3KxJMwjOUz8uJA2B9QKnupixOTkk5NUuprQkUbePlJ/4FXQaedE2Az6S0p751Bk/lGawo0JbHrWjEoSNSGyxJyuOg7c96AN3Ph0cjQIj7HUpv/jdMa68Px/8AMuWp9/7Quf8AAVU0u0m1W/jsrRoTPIDt82ZYwcDONzEDPoO9dTquh6Za+FVU6etrqAjMslxdTlHDDjZ82Bz2VQx96TdhpXMKO70oxPc22jW1q1t84lS4mc7uww5x/wDqqvbTpbtB9ot4Ln5TJJHPv2szc5Owg5HHeqpwNNt4Bx58m9vp2pJXzM7HoTxQI2Rqln20XSF/4Bcn/wBq0kutQJjyNI0Yt3zBOMfiZTWH5vpSKSQSerHNAGlcandTLtWKwhA6eXE/H5sadbahcRfej0+T3ktd3/s1Z+acCBQM6CPWbnjbBpK/TTEP82q4NXv1TBayjPp/ZMIP610nhLwvpU+j2lzNZpqjTFWmMpOyMHqFXIHHTJOePeuY8a2Wm6drduNN8qGbEguoYGOxRn5AVycNjr+FK+tgsV5dbukyWnhbtxp1t/VaqTa9cTQNDI+5G6gWtumefVUBH4Gs2R81AzY70xFm8mF9bJAsWxhklt2dx6/hWbZk7gauQRmYShTk7NvHuf8ADNQWUW5sCkx9ToIHJgFQ3TZK/WnIpjt8Gq8rbiB6VmWz2r4dTMPC6OImbbI6ll/A/wBa6yO4jlkCuWXJxzxXM/DiGSy8IRyTKVFzKZYgf7uAM/jiuuZ42LKyqcjjj2rGW5a2Kunaro+qxzSafdxzrE5ikxkbWHUHNXdsfBV0Pv61TWzsbeLyre3jiQMSUijCjJ6niqr28e/yw7IX6HnA+pqWBKdb0z+2Ro6XkZ1AoZBCFJOB159aNcQ/2HfsNvMLYFU20u4WRp4pgJGG0yiMbiPTd1qK902/kt5IvtjBmXGSOlDWmgLc881iHZAsskYDLkw/Nx5nbjvxniuUDzteRCcvxHKAGhCYyvt1r0bW9FvU0q4uby5ilSCJnAWM5yeAcn61w+oTJbtHPNCZlBZeGwwyMZB/oaKUHyanVRrRjWi2c6rHAqQZzUCNG5PlPvA6ZGDj6VMDz1pNH0Ckpaomjzint901D5u3imyynd7EVk07mq2GyE+lQk5pzPkd6bjPrWq2MJPUsw/8e1x/1z/qK3PCp/d3EWf+WxH5isWwki+0xQMnmGaREIP3QpYZ+tamgsIry9QZ+WYH8Mmtqa0Z4uYzUpxS6HZeHtQt7uKSSJpv3b+W4kXHzDrj1FdVBKvy7VX8a5zTFDQ27EnlMc+1dBFCmAQ2c9qGcCLUep2sl69iJf8ASIyAwEZx0z16f/rqyp6fMPrmq6DIwWJFPEcIPHQcfWkAk9/aWbW/2iZwJJBGGClgDz1x2qZrsSQ5WPKSLn5hg4NABI/djGf1oXn7+c5wTQB55rFpdaPb6raLxY3mJkA6K4IyPxzn865HS1zMc9K9b8VadLqWgSRwKXuVG+NR1cDqB74rybTztZm6Y7dKtO6Je5oX5/cFRxgUy5tP7QjtRJH5UEYRbdInH70kZYc9D6seBTLh90bGs631B4i1uThgCYJO6HOSPoaaGVjrWraJru+GX7PcWTlIlMasI/bBGD169+taI+JPioMSNQh5BBzax85/Cuc1AOWilkbc7rtdvUg/4YqiW7VpZNGd2iwxEgG9UfHTcvShLeEuFEEZY8hQpJP0AquGOeprqfA2rwaPrMjzSeSbgKgue8JHfoePXiqEY7WcUKI0tlGm/puUg/keaX7NbEcWsP8A3zXrmvax4c1LRriO91S0uRHGyqI8Mzk55VRk5Jwd2VC4PrXksbEIoYgsAMn3qbsYz7Nb4/49Yf8AvmgW9qCN1rDtzgnaeP1qfrTWGQQ3QjBouBMNOsj/AMusWfof8ad/ZtkcYtIunPB/xp1u5eEd2HynHqKnBOOhpj0Kb6ZbAfJaw5+h/wAaLXw/e3/mNZaM1ysRw5hgZgv1xVssQCcGuu0hJdIgmDNHIRmbzbe9jdQoAyPLLKSfoefQ0pN9ASR5+LBP+fS346gof8aimsAAcWsP4Kf8a9B1TRTdK11Zwgyu++Rjcwom1uFCxhmIA7ktnnpXO3dtJaztbzqhdQCSjhhz7jihO4NHEzKEdlMSgj61Flf7q/rWtq1uNwcDkcGsr7u73HSqJCNwrDMUb+zA/wCNW0nQ4/0S39wA3H61QHualV8FS2Gx2PSgDVtLpI7lcQRxq3UrnPt1JrudJvlcbCzcjBwcV5qpVsBuRn1rufDccOqapaW8MpjSVx5wI5jAHJB6HODikNHrHh13MSrbR/Iv90YA+prr5oor6ya3uo1kDKUdW5DKRgg1lQww2sKR2qBIEGEUdv8A6/vWhBKMA/hUSQz578beD5/CGq7lsI59Jlf/AEeY7ue/lsQeGH6jmrNvo/he8tkngt32uM43ykoe4OO4r3fV9KtNZ0q40++j32twu1x3U9mHuDyK+btd0TUfDGsXGlzzSKUO6N0cqsqHo4+v86e4HQDw5oHVbX6EvLVy9h0+18Mv5W1Hs0Jjxn+Jvuknryc1xlrpWu35jFpFeS+YcL++wDxnqWHars+jazZaVLFdQTtczyACLzRKVRRnJwSBkkf98mpfqUvMv6BE0Hhi8uufOvZhCh/2V5b9TVWVAw2uufrXS29nFFpVpaLIjfZoFDKDyXblvy4FZ17aYJIFESWYPlrGSpX5CRuA64BzipPE2sRzwx20G8IPnfcMY9BUzr5eWfgKMmsG2jOo6oS/McZ8x/f0FNpXBN2C2sVMIklLB35wDjA9Kuabq8vhfUkutPzvPEsTMdsqd1P9D2qW9jNvGZhzH/F/s1hDdc3G49z+VRrfUrS2h71pup22tabFf2TF4X4ZT96Ju6t7j9atLGwZSGI57ivI/DmtT+Hb7zoQXgcBZ4c/fHqP9odjXrllc297bQXMMvmwTDcjg9fr6EdxRdMZ818njqTVswyypGZMRbRgtJxxSyTxR4W2AQd2xyfxqvJIZCOM/wC0eprcyGyKqthH3gd8YogC+cAzhBg/MelAj9adtA6CgDRlv4pdIt7I2EKSwFiLhOHfJyd/97HQelVoY48ZkZuOgUcn8TTFjy288se5qxEhPPYdTSAepUNvSMJgYznJP4/4Vq6D/Y91e7NR+3zHHypa4GTnnLEE4x6CqCIG9Ntdj4W05YFE2AJG6HHQVLY0joNLJa1hbSdK0xo2JVRLObiWIjGN2RsGfYZ+lZ3iHWLqGKVdRv8Az7aBtjQRsQksw5EQxxtUYLkDHQdTWlqurrplm0EMohk275ZEUfuEP8Xu56KPXnoK8p1bVZNTulEaeXDGuyCEHIRfr3J6k9yaS1G9BlzdXGpXzPI7PcTNlm/wFbl5pkrWseiadbmW6RDcXGznbtGcE+w/U1W0OJLNZb9k8xoP9WuMl5T0/LrXuHgPw2vh7TPOvIxJqd9h7wnkqD0j+gHX3JpylYFG55xb6rYxaHpth5DCOHd5oVB8wkTbJz3OcH8BWbZRtc+G7zRp40dmuIrq3mMu0ROoKNkd9y7fxFQ+I3Hh7xFf6S1uzG2mZVO7AKHlD/3yRUWnatFJexKI3jV/lZnYYB/wo6XDrY07jwJrNlZW97c/Z47e5AaJzKPmz078dDV7QPh7favq8NtJNGtuGBnKMCVTv/h+NbzRWl14dHlzS/aYnKcqPLcDBUbs5B5Pb0Fdn4dvtP0WwMRSSe7mIaZ48BR6KCeuKlSbZVkjrIbeK3hjggjWOCFQkaL0UDgVYA2Jk/hWZHrlrsDyWlzGnrkN/hVt763vIQ9pMsiHg46g+hHamxFW4kySxPAryXxv4YuvE+tNeWk0EUZUKQ743sOM9K9H1q8jt4xEzqu/7xMgTC9zluOlZGbJ7dM3lmrBcYWdcfzqG2ndDSueMj4b6vMZ3W5s1jicJveXG8ltvyjGTg9awL7Q59L1Cayu2CzwthtvIPGQQfTBr2uS6sIr6chLaSUriKRLlFXO3+IdSQfpxXCePLaO81+K505vtfmQBZjbfOFZSQM474/lVRk29RSikjj4YIE+/wCYx9iB/SrGLPGPKnI7jzQP/Zal/s3UbdDO9hcLGvVpYTtH5inQ6ncKMRR2Z7f8ekTfzWtLkGlceKpbmBoZbSzZGj8vm3hyF9AfL49Ka3iyZkK/ZbBRuDDbbxDkdP4Kq/2vqQIAFsCegFlCP/Zac2satGMtNAn0t4M/otIZRuZQ08bnliMgg4x3PFZzzM05HGAcVblnfIBYbHbL8Dk84/yKr38tybhYbp23xKAqMANq4yOntTEaOkx2t3qVnazIAs0yo7BiTgn0zivRYPBvhxxcRyxXiXSnESjBjb5c5Zj054rzvT9a1K28lYr2YRxspEatgEA9K9Li8c6ZHPMYY5GglRd0UtqGOQTkAk8devqBUSv0LjaxBb+CtElwWilGe24f4VZh8C6DPbRj7HfJcuxJVyoTaGI4OMk4wePU1d0zW7SeFZUs9TkhJIVlttxOOOoOKuT+KbXTWSNrHWB5sm9FFiNy5IwN2ehK4xwTzWd5F2RBB8Po4oGt7dLqO3lI8yMXJRW9yoHP40yb4a6dYOktzpk8tnhvMe2cMyHHGeOBnviuw0/Wrt0NxN4d1tY8ZH+igHHb7zD+VZ2reKRLAI4dM1tXSXzGH2RCHypUKRv5HzUKUrisjzzU/D+m2DsDpjxg5aMT8MU/hPA64qPRNN8P3Nrez6hpMjrFwn2eUApx1ZTyeSMY9662bULnXLN0m8P6pLhiSZGjDKT6c8D2rl9C1K80fVL6KyEkMkoG1t65OD8obgjGfSrT0E1ZmVpOijXtbsdPtBHaC63BnRSVXapJbH0rH1HQbzwtrkmm6iEEseCHjbcjgjIIP09a2/B2vRWnjXRriYeTbi5YSyk/KAykEcf7wq/8WtQ0vUPEkV1YXkdyjW6K7RhsBhkEcgdsUO9xHNSMPL61d8L6Zb6r4hsre7J+zNOgkX+8Mjj6VkxzpPARGSdmM8dK3PCjmHV4JOm2RW/Iipewz6DkijRQqoHVUAAztAHTr7elZ+o2l7PptxFps8dtduhEcsgJVffArQljEc8jyNvBPAPQCqGoa1pWjvbrqF8lublgkKyAk59OP61iWJYW15a6fbxXV39rvETE1wF2hz7L2qb7Q6HgYUHk9zU0o3AiPhh+Kj/6/tULCIR7mcIApLMegH+TSAybG21CDWLy8u9ZW5tZseRaLFsEWMc5/oOOa02kDA5JGTnOazNO1XTtetWutKu/PjSTynJQqUP41ZlTy2ABYhfemx2Ob8c297NpqXMWpywWkBCTWYX5bjc4AJPt6H0rz3V7VX01naby2QNJnG7A+g7nj6Dmu18Za5Zoq6F57vqDNHcPHsOFQEnlumTxXEWem35t9WKXQdItUREUf6yMN/y0HqudqntzWsfhCmm6iS3OLaNopVIOQx4YZHSteKAyW1xKH/1O3gjrk+tTXVuTch7j7S2Mjc0Qxn88Uqz26289vEHaWUAAZXsc9jmsZNt+6fR4WCp026rSkJp9j9queUaUAZ8tWxu5xjPYc9a6bxBoumC1DWFuFYDl4mc7CEXqGJyN24flTdFe003T4VuoWaaVi7ITtGM4G49e3QVpTahAkssbWaqh+6YJG3L78kg1zycubQ56mIhz/E/lsecRrvkVSSM9T6VYBjgEjMufLbIP972NXdStPJ1kvHDI1uxDFo19Rzj0NQTy2c25YI5VjxjBKu35gitW5aNI7aUqM4vmka+l+EtQje11W6FusKOrCDf83qoOPp/kGobOBo7qe4Vg0cwzkdmzn8j2rUTX7q406Gxit7pnjVUVXwAfmHb6ViWltLB4h1SE3Hm21svlwsvR1LZBH4Z5rqg77Hz2MhOEkpW6/cdZoUEkV5NeLdTSCf5Bbk/u0weo9/8AE12EXniNW2jBFcXoerWsV9b6XL5v2mVmkj2rlcYHU9uhr0SNP3SkdAOc1MtzmRn3Vhc3U0E0d/cWwQMpWLGHB9a0VB3Z2jHeqmrata6Dpf268WU2+9UIjXcQSeKns7uG9soL223eRMmULrgn8KkCxKhms5YfMaMSIVLocFcjqPeq1tFJbQrFLcy3TqqqHlABwBjt3q3jzfk+bJHWs+DUrO41C4sEdxdQSGNkaMjPy5yD6UwL5kKKCcnHTA6V5T4wRIPE1zJbIqLKdzoOm7HJHpmvWFDBgR6Y5rynxc3m+I7rP98j9acdwexjuziz8xlIU+9UtJsxq2uW1uZVgSWQKZW6KO5/CujXRbnUbSOOIBIwPmlf7o/xqOK3tLSWPTtChS81CRxH9quCNiseOM8AD1qwUb6vYjXSbKLWtSt7eWK+tInCwXEiAggjJPPHbGfauk1PRraK2gWfw5YWMygcrDnzhgAnnjg88dd1ZvhuyS913UdFv724TUUJ8wG23K2Bg/MSMe3H41G1/cpqUNkrxtG8hy7IxKqM/Njd1IGcUm3si1yKxuW3hqwubZfL0yw84sg3SQjaSSPlOB36fjU17oGlja76DY2jnjyUiPAycMd3qO3tVwDVxYRwWt1omo2k2GAKSrgg5BODlSMVHFDq4003MsGlRkLsiRmmfzeeucj1OKnWxLtfQyv7C0xjxYWg9f3QqymhWEdhJKug6fcxMWBuGRlNuQAOo4PLA023j1mSTayaTGT93c8mCfQntWjpOkeIdVkuC1jo9iIs7g00zeYTj7wH0BB6UXfcTOZfS7EEldPtsD/pkK0G0ixi0iNj4ds3jchkvvLZScknGOhxtYfhU+rrq9ijtLDo7uhOTFPITgDJ4x2AJrgn8f3mQRYQBc7tglcL7fLnAxk/nQuZg7IoeI0VdenSziWCJVQFY3Cjdt5OM1liK8b7vmHHpJ/9eo7zUZby/mvJFCySvuIU8D2qvJeOBkg4+tbJOxk9y20V4oyxkA95P/r03Fx/z0b/AL+j/GqwuiYt4BI9C1N+1jvH+tMC0ftA/jb/AL+j/GlD3A/5av8A9/P/AK9QQSfaLqG3VAplcICT0ycZrsrLwLFqEHn2usK8WduTbEf+zVLaW40rnIvLMfvSSH6sajOMEkZx6iu8X4bTHpqqD/t3P/xVV9Q8EWelmBLvxAqzS7iI/sTYwoz13Y5pc6DlZpaN4Y05NPhluNEiv2SDM6ncG3MAFbI9GYe3FaFt4Y0EvhtJgB4wCScccgkHGayLPxLdXbedDbLBJjZmOdlOBz2Hrj9K1tK1e6uyxS1tS5YqBJcFMn2JGOahuTLSRtyeEtKtZbeWLQLa6t3XY0SysrBycg9cAbQ3UgdfSmnw5YWZ32tnHbXSg4ZJGIB9OuCKS3l1aeYyf2VFGZDsZ4tQK78cYI2njqOnc81duNTvpVCL4fw+AC/20EcfRKluRSSNbQtRF7b+VJxMh2up6g1soDG2D92uBM2o6RqcN5d2SQw3A5MUpkzj+9wMcV02qeI7eytLcxIs1xKu8AnhR6n/AArZO6MzqoHJXGCV9TWJ4m8MQa3ZqzW0c9xBkwse47rwe/8AOsG0vrnW2bzrhn2dVDBVX6DpTtStLnS0jnG5I3+5Ijd/qO9Jgjg3a1tRHFcSxWwUM+yZwpBJwBzzwBUDappSYA1C25/uvn+VZPxIlEmrWt/KczTRFX4+8VPX6kHn6Vxi3u08RdfU0KA3LU9Ii1fT2kVLe+haRuF+bnPoPc1pX0AX51HyMcEf3W9K434facda8Y2YKBobdWuZAeR8o4H5kV6Je27W07JKoa3k/M//AFxXPUrqnUUGaQpOcHJHnniO4+zQoi8NJk/hVfQohHp3mEfNK5b8BwP60vjWMQ38Ee8PtQkEdwTwatWK7NNtQP8AnkDXUrbowfYsEBgVYBlIwQehrFl09bKfKAmJj8pPb2rZpHRZEZHGVNKSugTsZI6Zro/CviRtEu/JuCz6dMwMijrG399f6juK550aCTy3+oPqKAawWhsc95aj1JpduCCFB56E8VM64kINHl7hwCT7V1mAXc4uZEYQQwsECkRLtBx3xUSr61M8RiVTIMOwyF9B60xVLNtUZJOAKAFGe3WtAx7AkQ/hHPue9KtqITBHjc7Nlj/SrBUK7yOQAuSSe1TcZLplr510AU3hRnaTgE9sn0rqIbu40izZJ7mGa7k+ZQE2xwIONx7kfzPFZVlJDp2nRz8STXClo0zwR/eJ7KP/AK1c5q2qvds6K5ZWbdLIeDIf6Adh2qdx3sg1nV2v5DFG7m3DFizfelfu7e/t2HAqLR9HutW1CK2tOXY8nH3V7k+1RWGnz6hfx2sMbGaQ4RMYJ9/YV7f4U8MQ6HZBECyXT4MsgHX2HsKcpWQRVzl9L0ux0vxrb6bPIogt5Y5CXPDHYGBP1avWbn7dNYTpYTw2t24IjkmUsqHua8m8aaTBL49hN5ftp9rLbqHvAu5YyAcEjuMitOyu/HXhuyhntY4fEuiMu+Ka1JlBTP8Ad4denTGKhrmVy1oc/wDFXw9faWbDV73Um1K5vVMU9wYwgV0AwFHpt9fQ15ulzOn3ZD+Vet+M/Hmn+KvBEtmdLntrpLqNgZDlY2GcgdD0OMEd68tW2iIJEqq2fuMD+hFaRvbUzla+hY0q/C6xaz3AGFmUuQMAjPPFe32V1bx3kf2mVlhzklF3Fh7CvDDAEgfALsRjgV6LpmsRDwrpt7OjtiRrWdlOSrAZU49CNw/CiSGj1e/8QaNeWMy2srxskfyKV2k49skGuZ0rUrmB4b+Ljdyy9nHpWJaXOjXDqkEtpbxucmKJSm49zg9zXS+QXtZDEoVUiLIAOuKzehaNKfUNDu7creJFcXTTrKFYCTy0HQEe/Oc1V1DVobXw/Fa6VaW8eAy/aDbKCOedoPQ+5/KuTtAINcQ4CrcR4PpuFdB5Yks5Y29Qw/Hj+dQ9GNHnNq7R3UofJkY7yT1Ld/5frUNtq48Pya2ollgEyI8TQgbg27jBPTtyOeKtajH9j1UM+QCTn+tUpoYp9VsA6ofMkERLjKjsDj6kflVolopXE+s+KFW41G5lt9O3syJyWkJOTtXuffpVDUdLudEuIbk20sFlcfKm5ssCOoJ7HvXq1tp1tZhpHD3FwBjpk/QVh/Ee6gj0CKwu/MiuJwtxbxhMgqGKnJ7d/wAqtPWyJa0PML8wyXjCJJkQt+7UsGO09Oe9XLWzSOJmc7Y1G52NLptpJMiM65APyeuKg1W7DSfZYmxGh+Ygfeb/AAqvIR2Dpp8lpaaja6fEk0sYcuzFgp6fKnQHj3rmfEaE6nHcHP76EEk9yOD/ACFbXh9zdeGvLJybWYof91uR+uap6/Fu02GYj5oZMH/dYf4j9aBGTa1sQueKw4bmBBzIB+Bq8mpWoA/eMfohpNDO38LeJ77Q1niibzbVpNzQseASByp7GvRbPxFHqtoqBYo/OIJa4GD8vYN06mvGNJuo7l7gR7sBAfmXHTNd1oT79Ni/2JSPzGazkjSJ6Nf+IE0ywhga8tnBXGQwZiB9M1zkvi+2uXa2AlfALMBHgH2BP86p6wu+yt3HHLL/AFrl4yY9Tj5+8NpqLDvY6PXtUmubTbFmGKVMsA2Wf/eP9ABXM2426zbS/wALqB+IrZusvpsfquVrNELSwWMsfWOUhiO3IxTQmcDdSPYa2tuACILt264ySwwP/Hf1rtfHPga98PRWE95qUV1LeLIXiih2pEVAICtnLdeprjPFse3xVqRXkNIHXHoQDn9a9k8dXP8AavgXw3qEiMrSou3cQd26IZP5itG9iUrnjtpGy6fOA2xmlADY6YX/AOvWt4bjW1vgBIz7m3MxGOfYVRnxEip0JdmP6D+lWtIcC+jBPUiplsNbH0odku2UE/MisQB6ioLmwsrueK4urKC4mgJ8qWWFWaM+qkjNN0e5N5o1nJhc+WquOeCOP6VnWOo+IJvE19bXOjC30iJcwXbth5G46DJyOvQDp+FYFmwcnO0++BVZ8FWR1VwQcq3Q/h6VO8cnlZZtue1ZGv3Wq6fo00+j2S3d/kARsRgDueSM/nSQy1aW1vYqsNtDBBDj/VwoIxz1OB3pRHLO0ggj37O+Rwar2L3T6VaTX0McV88YaeKNsqregNaOnZMEzE5zIBk+yimK9kct4r8PajqtparZ6eklwk+WcsgZV2sMbjzgkjiuU0JX0/xfPBPArSJNMrruIKsMZwwP/wBau3v/AB7pOj63cadfw3cZgIBkRN+SQD0HOMGuJgvLa9+Il9PaSCSCW6kkjcAgMrqpHX8a2V0iN2VNc1GLU9Jhg+zLGrXpiAkkLsxYHgZ/oK8/0vTI4NftY42bcXEbIwwQx47+9dhOqi0eXaPMhv1Ct/dDHa35iudsHiGt2NtHK03k3YInfq/Ppzj86uOwpane3ngvxDDH5kulSts+VhG6uceu1Tk1Uh8PanfLGlrYXJmUbCrRFRjtknAFe1Sk+c/P8Rrn7RPFn/CWXMl7dWr6BhvJjUgv228YyDnOcmuZwTdzVTaVjz+bwlrtra3F3e2Bjt4oZGkfzkbACnBwD64rzXw1GG1J/lBKRlhkA871r6V8QqW8K6wOmbSTPPtXzf4bXZq0wz1i/nItbwehlLc9OutTQ3txbCyiJjhMe7e5U/8AAd2Pw6Vy+j6Te6trNzbWEPnzfZoZGXcF+XuecDuK1TbWtlq99FaQLBEoOUQkjOeTz0zWl8Mh/wAVpqHHTTYx/wCg0bDZZ0Xwtrtl5on08ruZSD5iE8duD9K6+Gyu1hVXhYH3wamj12ObxHPootLpZYk3+cyfu2GAeD+NaRPr2FZy1GtDI+xXQIwhxjHOMflTmtZiiq0RwBnqOPp7VoPJ1wag3EnNKw7lGSORNzyZAxyWNIS3zdORt9/zq3Onm28sePvIVH5VhXL6w8tnLp5tTA8R85JuG3EcEeoFAGrET93PAYEDNcM2iW82p3Wr6rKI7QOxjQ8mTHfHpXW3l5FaK++XbGikyMOoHoPf+VcFNez6rf5ljaOIYZI2BHH8Jx6elWlbUPIqeJdXnntkt7YtapMdqADlV9T77ck+gwO5rl7O7uFuLmSC0mlhih3ZjBJhQEfMce/X61ra66veXb5wsOIQf9puT+gA/GrPga6W21WYKG3vH98KSFA5JPoKroFV3quK2jod/Z+IE1TwydVgmjleOD94ynOGAxz39+fWuDkG3X7o4/1EDj6E8VDqOiR2vjlmspjaQXrxzKis0aSq3DxgAYPPzY6YNStIrXupuD80rRgD6nJ/Wlawr3NiG4ns7y3NrIUYRKDjo2T0I7jrXVa5qEUaxRNZoCoxmGQoOB6cj8q5W0HnaxHH6yov5Vq62+6WQ91jY5/T+tKwyC11O2uZCht5o8DJIYN/hXSNr6WNnFfW9vI1wF2B5ZAAQPVR1HHrXG6XHzK/1ArU1lvJ0qFOnysf0qG9S+VHM+KPEd9fC+ubuYNIbTYqooVV3nHAHtXmMrfNiuq8RSFmvAGAWNYx9T2H61yLtljW1NaGMmGaQjIxSZozWhA2E4Zoz0NKRg4pkvBDDqKfu3KGFAG54LtftfjTTY9u4JJ5rD/dBb+gr25IirZIAGegryv4WWom8S3d0wOy2tWOR2LEKP616zdm7GnTtp0EE10yERiZioB7HNYVPiNYbD1TYy5A2n3rA8dytaeD7oxE5mkjiPspOT+gxXR26TtbRm4RRNtG8IeM1xfxHutlnplop+aSZpmHsowP1Y1Mdynscppw8i039CkBf8SeP6VtaLb7hBGe/wAxrCg3tbsgQjzCOB2UH/8AVXWaSmxXYfwrtX69KtkI6W1v5YNJYOEkT5gm9fmRfZhyKyo9fkV/mgBXj7rc1Z1Qi3sFiHUKE/GsOOPdMvoD/KoZotjrbXVLOSVjeebJAV2tF5QJ/A5rnZo4fPkSFnaNW2p5n3gvYH8KsJ8sXPXGa57ULiSCWWZHKFcsWHoBSi7MGjS0+5vNHuZ2t5QHkP7t8ZKj296nl1PVEilW81ANHgs+J2ljC+pyBz9K86g8bavK+Cbb5QTnyRn29q2tbvJrbwbI1zKzz3brCTwOOrYFbNPYzTRzfiXUhreo+dErfZ412RAjnGfvfj6VhiJi2ADmrCOCMb+P9of4VZHksg866VF/2EZ2P4cD9ataEM9L+DNvaxQ6xI5xcyBI427FRkt+uPyrtNVsVuUYOM49M/mK4r4fyCK0e5hWSJGkVYi/VyMZbjgDoMD3616YWW9t/PRFVl4YA968rGUnzc56GGmuXlZ5DrPhuDUrgxM/kzYIVyOFbt/wE1nQQy21tHbzoUmhXy3Q9iK9E1KyL7jFjfnI3Z59q5vUbRrqHzQv+kxDBHeRR/UdvatMHieZckjLE0be8jBxRS5BAIpK9A4yOeBZ4th4Ycq3oayPmikaNxhlOCK3KgvLT7SgZB+9Xp/tD0qJxvqXGVtDLu44IZGDx5bdkHnkGq5dY4jKY8JnCA/xH/CtK9VHWOZwSqkbtvXFYV1cm6n3bdka8Rp/dH+NakEbu0kjO5yzck1o2Vt5SiVx87D5R/dFQ2Nr5h85x8gPyg/xH/CtLk80mxpFedjHLDIem4ip5UEhWH5CJDgmQ4XHXmqmpTLGr27Ryb42G5scKT0GfpTVkW6tvKLAN/CaEtAYmpX6uxgtmJQAK8mMb8dAB2A7CqVnay3txHDChdmbACjkmnW9hPNJIjbIliQvI8jBRgenqT7V3/gyxgXThei3lWWQld0gx8g7r7H1obsgSudB4V8Ow6PEbmRkkvpuJZTycf3R6D+ddvbSqihFQADqehNYNru3BY0zuPBI71S1/wAV2/hqaG2ntprm4lXd5URA2D1JPr6VjrJmqskJ4+0ptXsYrhV3yQ8tEM4devTuK0tG8d2Mmgqs0kdpNbRgGFVC8KOAn+ArB1Hxpbxgpp6AqR811eLtX3wnU/jiuC1W8F6rPYzRCYn95PM6oWP+yvRR9KtRbVmS5JMveLdRufEBnvJPnkMgzGOy44H+fSuSV7Viu/zYCBhsLvyfXqMVeU3aEyTanFLKVC4adSu0dB1pUe2kkVrn7O2Dk7bhefrwa0SsiG7lSeSzjX5ZLqU/7SrGD+RJroPCjPqGi6xpXl7SYhdW6gHl4/mOPcrurKU2kazbZLHdI5YMXOVHYDFXtC1RdJ1y2v5LyF44m+dFY/Mp4I6ehNDEiWzmKSxuOzZr13TZfMtYXGCGA/JhXmMUGn37b1uDbFjlXKFo3HY8cqfwI+lehaH5UNgkUupacxUYBE5HH0Kg1lM1izH1WFoTvGQ9vNn8DxXU2Uf2lE8tSzSKVPHqMj9aztVj06eSRn1GE+YuGWGNpDn6kAfrUVtqa2tqsNrEZGX/AJa3PP4hBx+ZNRfQfUxvEumAlp3Kqufvn7oPcL/eP04FcfqW4wecgIaIhk9eORXW6xJNdu01xK8shGMseg9B6D6VzdxFvgkX2qkJnqsUdtc2VtcwzlPPiWUHAwdwB/rXmOv2WpeIPGc+nXAje1sXwjRx4LK4BAz1Of8AGuo8J3P2nwbbFmO60LwMPofl/QipdZvo/D2nTajcbRdMuQo6g4wo+vSqW4nscH4tnh0gDSrUr9o24ldf4B/j2rjARjbIMqOh7rT7ieW6uZbidt0srFmPvTV61otDNnSeEpPLv5bPIZb2IqvP8a/MP0zWnPAt3BNZtw7BkGfXqv6iuSs5ns7qG7hOHhdZAD7Gu+1C1El7Dc2gYxXirJEQM9eR+vFAzgUAB252sOSM9KUSDaG804Y4B3HmrmrRCLVbpY9obfzx91v4h+earqCHHK7cfd296BmjoUuNRkiLkt5ZyDXe+Hi0ensr9QVYH1+lefaazR3kBZ8nfhiBjINd1odzJDEdmCCehHTHpUTKjudbeKr6Tuycq4I4/CuRutwvYSiliH6Ac13MfigNpTWzrhiuB/osbD865O8vC8gY+bwc7QwQH/vkVmmN6m3/AGXPJpbCXMamTKIBukfPoo5/PArFvb+G2sFsLdE81HLEq27yyRgksOGfGRxwo6c1Bc6xezW726yCCB/vRwjbv/3j1b8TisyFQZNtCQFbVYbeO7NxsLzXVukDfIGEcZBVm5/i4GDj1rodeIsvD+l6PLdHzLUB7a2DbmWNh8zyHsScALxgDHrXP6pa/aNX0Jg7pvY25aNtrYznr+NRC0hstVvLQLIsgKs5lbc55I5P0FWiTNvLaee9QR4wEGSfUkn+tbmi6ctnMk7gySj7pPQfhU1xpOoW76feGSJLCS3V9gJLuSO/HTNWrcjOaljR6Z4Su1bT2jLchunoDXTsGKgPnceeePzrzfRriX7DcQ2tx9muZIisUpz8jHoeK6fwtaX+maIttqusnVLoyF/ObPyA9FXdyR359TWTRp0Nxkx8p69j6f5NQthmKlSfmwR/npRI+1gNi7hzx0/+tWB4j0XV9X1WxubDxFLptrBjzoo1be5yCcYOCfrSSA2JYhwrHBHAPWn/AGsadoF7qLR7jBHNcbMdSoJA/Sms28MwUY+bOO4PSrlmo/s6FHCsGjw6sMht3UEenNNCkfMI1e+v7wGWcyXt/N80knPzMeW/DPSuw0I21j4ms7dC3yrl3c5LE9yfWrnxA+G1rotvceI9DuDBb2wDm0bJMTllA2Huuex6e9crb6zFqDxXDJ9nu4uWOflb6H+hrp0ktDLY1r6YJpWrEH5kuEdPchs1z1kkA1m1uEIVpJUZVA4bJyfxqe7vRdxTRRzgh33EA9/fiq+g29zqHiOysYjuxITGCMZbHX8Bmi1kFz6gl/1j/WuW8b+JZPDWiJJapuvbqTy4crnYAMs+O+OAPc10NlIbiBTIQZVGGPr71478U7W/svEdvJc3ryW86M1sxztQbjlPQEcfUYrKKu9Smxy/FPUrixutL1C2trmO4gaM3KqYpIwRjJAyp/IVwenzwxaxbGJwY5pEUuRjIBBP0HFV/wCz9U1i8vXtbZ7tra3Lv5R5SNR8zH25rOslYusbNjY3ykc4rblXQhs9PubhP7b1BiwCnJyT70vw38SWdv46uEuDsivYhaRSnoHG3aD7HGPqRXH3eoFmCfaySU252EH+VY9t5kurWVnACq+ehLd/vDmp5Srn1g7sBtycZ+6arO5HXvVbXYrjU9MuodOvfstxIP3c/PynOecc8iqWjWl/YaVHb6jeC7uVZiZQSRtJ4GTzwKxKL5570AZOaUcmpVSgCM9QawmkaGLy8j5WZAO4wx/+tXQutcnrkzWUt2xwYx84Hfcyj/P400rhexmXDDUNQ8gjdBb/ADTZ6O56L/X8PerMWlzavdskCK04UsCWCkDvyf5VBY2r2Vs0cr75pJDJIcY2k9vw6VpaRL5GtWUgPWTafx4pt3Y07anD694eudNu720uCks0265JiyQowAOo7EUeCdcsLdodMunis5CxDXErKqSoxyQS3GexB6gDFeleKNLaS8/tKG5aLfE1nMijqsnc/wAvxrwuGJ9P1VGc4ktZ9uCMjg4OfbFaGerbk+p2dxqUd14oW2a7WaKN/Nt4gFyvlq3OFJAGCR6msuF1WNhJu8qSTJ29Rg9RUVhb26eK76a2hSJbbTgjBFABc/KSMev506T5Yol9s1LKR1GhWu7Vo7lH8223lhKmX2ccbwOV/EfnUutJseZhJFIGCgGNwR15965q0d4nEsTtHIvRkYgj8RWk+p3cyYndJ895YwW/Pr+tIpFrSoJJIP3cbsxPIUE1c8R2jrHGsrxwhUxgsGc89lGT/Ksu3vXiXakFvj0KE/1qlq+o3U6eW8mE/uIoUfpWdtSnI4nxRNG1+yQZ8stksx5c46n/AArm2PNaOszA3pXngHoKyy/PQ/lXTFaGD3HZpaZu9j+VL82Put+VMQrDK0yJuSp/CpMN/cf/AL5qJo5M7gjYHtQBoabrWr6LJM2mXctqZgBIYiBuA6ZrS/4Tnxdn/kOXf/fYrnnAI3Enimfu/wDa/SiyC56V4M8bajc+IlPiPX/LsI4HOJsBHbGFHyjk85/Cp/H94L3xasKMGjtreNV29MsN5/8AQhXmKmIEHDH2OOa617ybVNWmv7gfvZ33sM5xwAB+AAFRKKTuUnpY1LNV86PcCdvpwR9DXe6Jp9vOiIshf+JvLA3gj1Q9R7qa4rT4t0qmukRcKPUdKzbNIq5Y1yZBdFPNVtjFjwRz24PIqnaR7gSvzDGARzUsuoXMgCSuJ1HQToJMfieR+dPivxCgUWduR7GRf5NUsoe+RGxIKjcBzxx1rmvEttJB4b1C8Klt4EahQeAzAFj6Dtn1OK6N9TMmNlvbIw6NsLsPpvJxXYeCtHttT0bVBqcfnRajm1ffySgHPPrkjHoRURdpXG/hPmWzAS/TKM6lgSq9cA5rpPEl+1+bGG2gd4YY8tuXq7dfyqPXtDttIvr7R4Ipru+tLx42ulBK7F4AAHc9/TFU/wDhF9ewCdB1TB6H7FJ/hXVo3cw20IobJJCN9nMn+4w/rWvYaTY+ap+wSzvngT3CIv481nDw1ruP+QDqf1NlJ/hVq60C8KWxtPD2rxHygswltXO6TuVwvTpRcEd5/Zl/NpjGLXtN068jwbaKGdGRfZm+nTAwKteEtX8R2l3LBr1xYParHgTxXURdyD/sn5vy7e9eYnQNVUgto1+vsbJ+f0q1p+n3djqlnc3OnzwJFKsgae3ZUJU5AJIHpWc0nFpmkXZ3R7jewqWYo2e5IrltRszDKbhGKkHLDOc+9dZbalb6rZx30KEiQ/vEGMo3cGmXFmjZ2g4Iyue/tXz0W4TPWdpRPM9YskSJdQtv9VI2JkA/1b9iP9k/ofwrID967bULU2VwymAvZzAqynpg9Qa4jWIU0e5VJnYQSjdBIw+8PT6jvXu4at7SPmeVXpcjH+YKer/MOazFv7VjxcJ+dWY5omIxMh57MK6TAZA8VzCyxvvjOQDjFZltpMl1euhysSHMjf0/Gk0hysrxjJG3dx2rf094o9XhMzbYLj5HJ4AbsTQxj4tILqNi/KBwBRNZ29pG81xMkUMf+slPIB/uqP4m9vzra1nV7LRrQNMfvD93bqcSTD1/2E9+p7Y615pq2r3Wr3AkuCqonEUMYwkY9FH9alJvcb0JNU1T7fII4Y/JtIzmOMnJJ/vMe7H9O1UQZF+dASB1NNRdxGeldBpqXFk1pcWscVzcyOVFu3RR0y31q9iTKh1W7t3WSJirL0bFayePPECLjz4W/wBp4FJ/lXe33w90nVUWa0d9PuHUF1h+eIsRzhTyOc9D+FYE3wm1newtNQsJ1Bx8xZD+WD/Op5osqzRz8njfxJcIUbVJo0PVYQI/1UZrPOpXDSNIXZpG6yOxZj+J5re0v4ca/qM8iNEtpDGSGnuVZFJ9F4y34DFdVY/B6MMh1DW2ZT1S2hwfzY/0p80UFmzzN5nc7p5Cfqa1rXwtrurWqz2Wj3LxZwrkBd/0zjP4V69D4R0Twvps1/pOhPqd9EP3XnAzO7ew6AfQU2Dxm+maUbrxTDBHqJkPk2lmdzqvbeSSFPtn8Knnv8I+W255Wvw/8VmORhoNy21c/K6ZGOvGefpWZBY3+n3yTPZqZIHyYpsYJHYivQbr4heItdaSz8O2EkKKCX+yIZJAPVpCML+GK5yDTnur2F9Vup5fOkYTLGSXTjh2c5zz1HXiqTfUTS6HO/YZ7vUGhtLbzJJXOyG3Bf8AADk4rpk+F/i1oo3bTYYi38Ml0gbn1GeDXrfgnTo9K0ONI7OK1kk5aRE+d8/3m6nFN8VeKIdMItbL95dNwT1IPt6t/nrUObvZD5VbU8pfRtQ8Pxw2uopGkvIHlyBxjPTI6H2rf0mQSREHqKwr6e6murxbxZFkhKkZIIJzyODxjNaGizYkA7GiWqGtzdb0qS35bFRv96pIfllB9ayLIr+HINYfkfu7hj/ChNdddQbos+1Z1vpTalJHp0ORLeybCR/Cg5Zvy4/GmmJln4caS9p4fu9X1A7bFpvMgiI+8yjBb6f4VzPxGilutGh1GUtva6yUzwqMpxx68frXfeLtWtNLGmaHbqFg3rCFU8AD1+pri/FBN94evo8EkJ5g9ipz/Q1onqS9jyo0g604im1oZko+ZGX1U1uaV4n1FdNTSZL54bUIY45EUBowTnG4c459awkPINRx/KWXsDQBrT743+z3Y2zIMLLjh17Z9fY1DvUNhjj3PT86bHet5KxTKJol+6G6r9DTGjhdvleSMHrkZx+VA7mxY2DXUP2lLu0jjV9pLy4IPXpius0Y7Ykz3XNctBFpWn2ZgN/9qmZ97PBExUcYAG7GT1rqNLkSWC3kjB2MmAG6496iWxcdzeQ5WqN2nGavRDNQ3kfyGskWzIIOKZGdtwKlIxmq7ttlB96aJJtVHl2FrcAfPbX8TA+xyD/IVkeIbtW8a6nNbyK8TsEVlOQcAD+ea1NbhkuNHmES7ihWU89geT+tYcfh7W3P2hbABY4vtBJkUfJ1yKuNiWem+ImA0uzgByqW8SDjphBXNRALngVszaMsGnyXcUsspvn+04fomR90D0/xrI2Y6g/hWZRs6dISnOAORu6c10el3knnlDI3HrXB3WmnV7GC1a5a2WN2dnSPLOCAMZz0GOPrXT2MiW0sK/MURVUEnnjjk0mikzuYJfMAd/mIAA44IqaVdjHawZxzt3DcB/u9fxrNs5tzRt9/cOAelZlt4Q01fGMniZtQvJLkMZEtyQEViuM7upHtWaKN+ZisBKnb8p3DHQgcVd3bYo4xxtUD8hVCeHNq7dGAVcDvk/8A1/0p17DPNbXccF2YZpVIhk2g+UccH8/51cSZGP8AEGPf8PNdHpArfk6mvnuzB8uQj04r3nVdP1CPwDrsOoXa3EjWBXCkkAqxbIJ9Rj8q8MtEPkv9K3hsZSKSKN6kSuzE8qQcD8c10nhaQWfiuyuM42P/AEIrAiQif8a2tMGNVgPqwFU9hI9h0zxFi4C7utdM08d9bmKWOOWFx80ciBlb8DxXlFpKY5x9ea2vC9vrEWty3Vzqvn2J34iLEk5+6COgx7VjY0OpGjaZpOl6sdO0+3tPPtpWl8lMb8I36e3SvnKyXOll/wCLdkGvp27XzNIvevNrL/6A1fNdjCV0ZQRyRmrgRIy/Mka5BZyT61raKv8AxObZvSRT+tZnl/v/AMa1tIGNShPow/nWjEj3PS9UJYxueM8VuLhhkdDXn8UhDSIrlGYMAw/hJ71q+C4tYtVuv7W1BLpZAoiVXLbSM7jyOM8cVz2NDsFX0qXbgdKI8EZFPbkUCITyQPWuC1a5S51q2t5GG2a4yfTAzt/ktdjq/m/2XO0M5hddp3DqRkZX8a4LVYNn2jUQDut7uGNPYbST/wCy1S2A0nHzzIXV3t3MUhU9GHr79/pTYpCjbwcOpyD3BqpPbKfF9xNbozz3SJchC4CklApPPfA9a1P7LvCxZbbvkDcKmwzo38rUYgDKvlX8YGNwJjkXp/KvDfF0L2XinUYZV2P5x3Ljvgcj2PX8a9PW3mtLhS8ZjlGGGCM/mPpXDfEPUbfWtXfUbeAJ5UawysG3Bm5wenB68e1XF6ia0Mvw0/2ltau2J8wxxRdfXJP8qs3RxOFHYCovCShtK1BgOXuEGfXC064O+9bHY03uLoW4OFFWeg5qGBelWHGGqGWtySL7tZWpuMt7CtWPO3NYOrSbVkNJbgzjbh83EhzjnFR7jnG7n0prAu75RCpO5c9zTcNw22MMeGPtXQZDvNGM7xg8A5pDI2dofn0zSbSMjCbR90Y6U0h+D8m7+I460AIZWYZDkj61WlYnqTUzZBPTb2AFV5KBD4uVxjpTcSZwEB/4DToBw59gKbIeaYEsUczSoDGQuRk7a6exXJziub04FrrJJIVc4zXV2CfKB3NTLYaOj0qLoa2zwvSqWmR7IulX5D8tc7N47FJhljQ3SnAZNQynBxSAkhGXOK9j0O1j0/w5ZweYgdIw0wDAkM3zYPp1ryvQbU3mp2sI6SSAN9M8/pXd2fge3sfEV3qtrdzAXSlTFJMTGo9hjn2yagomfwh4fvtTk1X7ORPI+6UwyEJK/qw9fXGM100tw/l72uCFLAA7tvfis61S4s7hdjrKmBuO2pLiBLgSwXISWNj80Z4zg5B9jxTT7ktK5bjuJJoxNHdNKmcfI4wfxHemyyyBWHnTY6ff6fjWP4e8O2PhSK6TTpLp455BI3n3HmBW9hjj61sSy7gGzkMOBRcLEEtwsERF1diFi3y+ZIBn6ZrK1m0j1TT5bG8zNb3C/Nz07hl7ZHaptS0Sy1uyaxv1Z4WDbZFfa8frg1WtdOt9I0yDT7QzPDF9wyybmx9f6U0I8s0y6ufCWvzade5aEnDkDh0/hce//wBcV6asH2i34SF42AZHUnv0NY3izw8Nc0rzbdD/AGhbZaEg8svdP8KzPAevCTbpF1K0W5v9Hfujd0+h7flXFiKSvzI6qVR2szS1PTlmhkjZQCeGOCfoa4fUdKS9tJtK1AgKx3Qyhc+U3Zh7eo9K9avbKRhlW8x4+Oozj3FchrOki7jyNwdeVO79K56dR0pXRtKKqRszwq80x7G6ltLuMLNE211/qD3BHIprw2+yNI4cMpJLn+IHpXoes6Z/aMaXEUavfWo4UjPmoOqH3Hb8q4yXY8krRW6xxO2VX+59K9ylUVSPMjy6kHB2ZpaZYLYI6S/NI4w20Z3ewHeoJIvMjkiJGR0IIOCPpTtaknOiLc2zlWiYRTlfvbD059M9fqKyNEufv27E8Hcp/mKpdyWZl600l9I87vJKzZZmJJP406x0+5v7pLa2iaWZz8qgfqfat5tHm1TWLe2tVBmuW2pnpnvXrXh7wtY+HLE+SrTXGzfNKFyzEckD8uAKJSsNK5yVv4IttE0gyTL5+oPGS7sPliz2X3965u2j8q5jJ6q1ei2mqa3rbXlzeaSlhphTEBmDLK7njABPIxnJwK4i8tmgv5EA5DZFQm+pTXY9P0xFksYyhJbGSRWpbwlI+ApbOCf6f59a4ex8WWuj6DKWeGe9XCxWzORu56kjoB+FZcnxP1WSJLSC2tpb9mO37JC2eewUk8++KXK2PmSPU5JI4UZpXVVJ5kkbgfT1rmNY+IGh6OjJG/2iYdMcAf5/CuYg8I+MvETCbVrr+zLdjysrbpSP9wHj/gRFaF94RXww9mvhzw6dc1GbJN7fr5iRYPB28IufehRitwuzOOs+MPGQC6ZZtbWLHAnk/dxAfUjn8Aa0tE+G1kLiOfX3u9RlY52ICkAPYE/ebP4CvRIbe8NrA9/5KXWxfOZMrEGxztJ7ZqtceI/DthL9lu9csUx/CsvmEn02rk0cz6BZdSzptiLHyobOCG3tlXmCFAiAdzj/ABzWVd6dbSHc1nCJywLPt+brxWPqfxPit9RmS2s99isiFJXG1pU/jGGI2+30rFv/AIqWzt/o1jHGQ24NLKZGzn0UAfrSUZDujuNc1iLSNPH7wJhNoI4IHoPf1NeV2kWo+JtVP2DzEgDHM/Tj2PYe9Zt94mTW7mNL9p5lkcKWwEABPXAPOPSvUfDdvqUEElpLpaafaQSyIodPmuEwNj+o5zx0wRV25UTuzNbw7YWGjz2UKh5ZYzG0jDkn29BmuF0uRo5QG4YHBHvXqd+YoxwoBHTArzvXbP8As3xPcxAYWTbMv/Ahk/rmpjqDN7G5FYdxTl4wfSobJhLajPapj9w+tSWi1cXam2WMH5iOfpW14OiW2sbzXJOrAw22eyj7zfn/ACFc3YWL6hceUciPPzH19q6fxFMLHR4tOtwEwmwKOw700DOB8QyvqZnu1JLxPvj9sGnki5j5PySr09mH/wBekt14eI9xis4fadnkoRtjOz8j/hTTIZ59LEYpHib70bFT+BxUJrW1+DyNauVHRmDj8Rn+eayjWxmKtbNrpNncWcdw7S+Y4O4KwAzn6ViitnTJz9haP+45/Wk9hoG0+0jP/LQ/8Cq7aafYtGGkjdstgfOapXXmtEwicK3qataRY3UL+ZPcbl24EakkfU1OttyjsvDfh3R76fD6dFLg5CyOxDAdR1rT8QafZaVrkcOmW6W9m8EcscaZ2jIw2M+4NReEVCXqhnGOcD1rV8aBGuNOuUPDB0POQOQwH6ms7u5aWhUh5ANOuVzFnHNMtjkCrckYaEil1KaOakGCRVKfitCdcSkVRuR8pIqiDRiX7RZvH182CSP/AMdOP1xWp4fcXVtYo3/LaweE5+hrI0qQBIizYCyjJ9BnBq54c8+2ubW3lt5gbaZo2KrkEZxkHpik9gOosIzceE7AtziPZ+KnFc9e2phlIFdNpLfY7KSxuMYUtJGM9Dk8cdeMH8KytUkR3JAyT69qlDZm27bRjafUVdgkPmIxJ4rEe0lk15r97xzCoxFbIm1EHp16Zyce9akIJ6dD602COzsZvMhV+hA9K0YZAURoSkgDAZRgR05GRXLQpDeabPZzTSRpOhjLxnDKD6e9S+FPC9n4WtbnyL6e8ludu9nwoAUHAAHfnr3qGkUdXM7fZ4kJJHnKpBHocg/pTweeRiq+MyWpL7i5Zjz0wMf1q0Iy3NOOxLINXh87w5qiY+9aSj/x018+Qw7EYetfRk0bPZXMIBJkhdQPXKmvAfJwx4raBmzFWH98frWpYr/p1uf+mi/zqHyh5jHJDZ6Yq9p0Mkmo20USlpGkXaB35zVN6CR0CQu0wCjqa7DRLZo+D3FJp2kpAN8oBc9fatuxVnhQNaxxTBwGIJOV2nkevOKgu5fKH+zLz3tpP/QTXz0YQsAjHReK+jQubeSFRl5I2QfUgivn+eMpK6EYZSQQR0NVAlnNyQYuDxVvTONQj92H8xT51/fMe1Jpys2pQKgyxkUKPU5psSPQV3PcYHrXWaTEyAA1T03R9i+dKPnJyy+laWly3JhkW6tkjnS62Kwz80W0/MPxx71nYu5vwN0qZulVIiMCrOePpSYGfqzbdOYD+J1U/nn+lcjcRm68OagwGcTmT/vkLXW6v/x4r6eaufyNcxpEm+xubEYLs8272BOB/Kn0GR2MH+l6NrKeeskMSxGRGXYo3Y+bJz34xn3ruGmuOcaomM5GHrzXzFj8O6LdygmOx1aNJQD/AANlT/MV2w1jw3jb9imOOhMnWmSQ6+58+xM1ys7bZACCOANrV5PDALzwvqx6tJc7wfcZP9a9H8SXWmXH2A2EDxsjSb8yZyCoFcXDpk+maM8AHmRyzM6yFscEYAI9aWzH0M/wrGE8MM5HL3Dt+QAqkh33LN6mryW1xF4WUWs6wvA5ncH+Nd53D8jn8DWfafNIWHQ80xGzbDvUsn3/AKUtrH8mTRwZOahs0ih2cR5NctrkmIZD611UvERrjNff5NuepojuKRz1NIx/+vNONNNbGQlMb606mHpQBG5qu/Wp3qu3LVSETR8Q59WqJzk1NjbEg/2c/nVdutMDS0lMl2xySFrsLCH5kXFc9ocH7pCR/tV2Glw7rhazmy4o6GCMrEgHHvRL6VZKhVA9qqyEE9awZsRYxVSQ/NVxvumqS/vLhV9TQI7rwHp4lvnnZCwiiPI9Tx/jXogt04jEPDY4Y9/X61xXhu1nh00SxqxEpOVBxlRxn35zXWQ7ZGKshGwfIrNgkf41CY2SJHEwa2Hk+aDv2xyDI554FSiEDefKBA6HdyPeuXufA2nXPiO31pJr6zuYH80x28w2s2epBGRnvjiuokcSxqcIdw+U7utMkaUkWUlgmzbyxP8AMj/CoUltrqZ0gkhlIBZvLlU4Hrj096s/vlbIjVsMSMn/ADmuZTwPplv4jXxBbC7gukG0xRS/uemPu46e2aAN2RM4VoiMDkq4/P3rOuztjy2wLjdnsPWrzROE5REwMcHqD2qrIomjeFwkiuCcHnPYgj3FCGiCBSTmPbjPPzZ/WuG8ceHjp1yNeskYQSsPtKJ/yzf++PQE/r9a6jS/D1rp2rXF5bSXAadTuWSUsg+gxW00UU0MtvPhoJFKurfxDuKTSasUnZmP4Z1iHX9MLTqGvLdR5uBkyL2bH50uoWluV82Iq0bcYx933riXhu/BXiZRC5aHdvtpDwJEPVD79vrXpMV1DqVnHd2yF4LhecdUbuCK8+rTtodUJdTz7VLLyJDcxKQwPz7F/WuM8R2BwNQhX9y5xMmMeU5/ix2B/nXq15aFGZSrY/hJxzXL3dq0E5Rod9vLlWUnOQeoNLC4h0Z2exVeiqkdNzzy18tbuSzuube5TyZM9s9D+BqrofhXUL7WWsYUEZt3KyysPlXH+P8AWm3srSxRyYbztoJIHB9667TPGq2mlRhdOnmvBw75WOPj1c9fwFe3r0PL0OVmFzZXDbcpd2ku5fZ1P/1q9di8Qaeui2urXF9b20FxEJAZJACD3UdyQc9K8m1HVf7W1W4vX+zCWQjelsWZVwMcsep45p/h7w9JreqT2sN3BasieaHaHzJGGeQnYY/rRJX3HF22Ow1f4jaekG3TrOa6IH+vuT5MQ9+fmP5CvPrq+1LWZWnWF5UJ/wCWKGOIf8CPWvT9M8D6DZSrLJA+oXAxulvW3jPsv3R+tZPjDVWTVk0PT9Me9udqlscImfTAwMep4qU0tIobT6nIaRoaXV2o1O4ZYs8xW5259ixr2fQLDStIslOlWUNohX5mQfO3pljyT+NeTTI9ndFCcbWyK63Q/EsMMcaXt5DbRDvKwA+vNErsI2O7Exk/dxjG0/ePrXOePNfuNA8MxTwO/nXE6xIyOVOMMTyOccD86rt44nS9dLHT7drMcK80jbnHYjHAHfHNZOtanPrkNtFeR2yx20jSRrEhPzEAZJJOeKSi76lSkjio9P1vxPILi9mlWA9GldiMewJ5rp7HRrLRNPuGgiDTLC7GZhzwp/Kka8a0ltGkkYpNOIcE8DKn+uKn1yb7Pol9KD/y7SAY9SMf1rQzPK7eXzUyxyw6k1LVC2cpKPfg1pAVRIRD94p96960jXf7Q8PadeMcSTW6hgD/ABDIP/oNeDqMOPrXrPhUoPCtmh24XzEBz90bjwfTrUVNi4bmv5nn3MaddzADPpWL4/tQradfKMEboJD9eV/ka6HSprdtQLYD+WpOR0z0A/Wn+K9KXUtC1LykcHy/OhDHJ3J82P51MSmcdo0uU2GtTbyRXO6POD5ZGORxXSFTj60pLUqL0NfwrDvmllYfLH/M0upK15Jc3B5Aby1/Dr+tWdJAsfD8kx4MjM5+g6VIsC/2bGufm25b6nk1MnZFJXZwbJ5V0R6mq8dq019PGp7B/wCn+FaepwGO5yPWoNLmjfXbd45FMcjPbOw7OADj+VESGcj47082l1Y3AHyzQlSR6qf8DXHnrXrfxGskl8NxTxgf6Lcg8DorAr1+uK8mcYNbrYye5HV7TXw8ieoB/KqJ61NaSFLpOeuQab2BG1EnmzInqwret4hkk+tc7bm6a7UwbAi4LMe3r+ldJCx3HHes2Ub2m3SWr7iASBxT9Y1AXcEYH/LOQFR6A5FZsXIJPpVe9855ovKGyKMEy5I+cDpgdc+p9qm2pZ0didyj6UyfxTodpfNp1ze7LhTtYmM7FPoWpumvuiU5rVXRdF1BJXutJjkuXXAnVypz6kd6nTqXJPoYmoxeXcEVmTr8hre1eLa4AXAHAHsKxpVyvSnczK1lJhJF/EV0lnt83ziPvEN61ysTeXMR0zXS2BlkSGRm/drHtVd2c85zjtjpTYGlNzOsiBVZjz2GKmOn7pCDliM9RwQO9VZenBz2+taqXzLpyywMonVc/N69Rn8e1QUzn3jw2MEcnGRUwXaOvPWqNpBPHNcyz3HmGaUsqDpGOw5q+5Kj8OaBF/T5SZRED3zjHWulgChlXdnfnqOVrzrUI7q/gW2s7tbaXcGLMTtYehI5rsfDFpJp+kC3urp72Rd5MhzgbjnaM84HbNKS0KTOiswPtSxjOyKIkZ77iP8ACtAEZAHas+0aRp5mbrtVQfbk/wBatgzrK4VYzGyfKxHKthv67apLQhl6PHFcB4i8C29zqEs9lcfZJJSXKMu6Mk9cY5Fd6hOKoakyqju5wiLuJ9AKpOxJ5iPh1qDy5k1CyRM8lQ7H8sCuq0TwxYaEpeFmmumG1p5Bzj0UdhW3MkUYjEc2/eWA+XH3cf4imA4bPpVNiHwIEYh8YarGBF93vVXom49TU8bxvbxSLLv3kAfLjquaQy3C/IbNcj4p8GWeo3r3lvMbWaU5chcozepHb6iuoztZTVa4kZhjrntQtAZ5ZP8AD3Ud/wDx/WYX1w/8sVveHfCFnok/2p2N1djgSMuFT12r/U11fkxTWL3S3IOw4KbT13FcZ+opqRYwMc07isJE/lybuoPUVYdBw6HiqtykywuYAhlAyof7p9qmaYM42xqi+WnA/vbRu/WkMtRP05q0r5FZsbfN1q0j0mMTVhu07PpKh/XH9a43RQ58QX1qpx8ysT7Guz1DLaVc4GSqbgPoQa5jSIwnje5GOJrbePwP/wBemtgOT17UH03Sdb0sxxGJZg2SDnIcYPWsXSLyZ8Z2DPIEoP8AWtP4kIbTV77pidYnHHXOM/yrnNLW4OwzTlwq4UEnjv3oFc61J5yy5MA2/wB0YzWtvjubURgHp8wJ/WudQkAc81aSMXsMtrJI8ayrsLoeR7ilYdypqriCylROAJCq/nWXYDJp+oyf6Hbxbi3BJJ6nnrT9LjzIOKfQDfRPLtwfaqynkmrtxhYAPaqaLxmszTYS4bERz6VyN/b/AG288kuUVVLEgZrrbkAQknNcbqFot9LOjStGV27WHY047kSK7aPH/wA/En/fIpn9kQ5wZpPyFP8AKuLbSmt4Zi84JIbpkegpmny3JhZLlGyDlWbqa01JIrjTEjt5JI5HLKM4bHNZXB5rcvbZb238tnKMG3Kw9fcVgvbtazPEzBsHqOhqkSwIB60q2sbHOW5plSIxyKYiKbAYgdBwKrHk49alkOefXmnWMfnX0KerCmgOw0238m1jyOSBXU6LEN24isKMDcFHQcV12kQBYMkdqwkzWKLE7AJ1FVM5GanuMFsVXbrWdzUjkb5DUNipkvBgZPYetSTnEJrS8G2Rvdeto9pYBt5HsvNNk9T1iysJbGxtYNmdiBQec5xzx9TRdeZCjskEb+W2XK5z75/Cs/xLod54k08x2eoSabdhMLIU3qVznpkEHI6j1q5Y2V9aaTbWt/fG7u4Ygst2g2l+ehz2x3PNTYRdtpTKiSxsPnXKAnOP/rU8FyvBGd3IA+9+FV/Ja1kCRKwhdsqo5IPUge1c/wCKvDU3iC2DWN62nykje5UlcAkjAyMHJ60IGdIZhjeVZVBxuP09OuKfuk8rKuxY9NrH+tULKC9tNOghu5Wup4UEck8nHmn1I96m+cHIVCw6/N19qABp3AAJUEYwFAqqxkSYMhG8c7jWT4l8ONryg296bOdcDJG4cZ46jBBJ6VatopLe0hglmaeSKMI00n3nI70DLbo4VZMMAScgGnxJKT8yBj2GeSKdEcsAzou7IPB/X0rN1TQU1OQTQajNZ3AGDIoyGwMdMjBAoAfrmhQ6/pJtXwkw+aFz1VsfyPSuO8K63Lo2oTadfhkQv5c6sP8AVv0D/wCNekJC/lxhpfMcIFaQjlzjqfc1xvjjQWli/tm0ANzCNtwneRB/F9R39vpWdWHMi6crOzOiubWaaLbKFJA+Vgf1H1rmry1D7kIUHOD7H1qbwlrX9oWQsJJiJ4lzCxP307qfcVr3lmxxJu3uvX5fvCvKqRZ3QZ4b4hkj1O2sfE1iI7eDU/3d0qL8lvdLjeAOwYYcfU1m6HHbf8JLFDrcYvIidgWVjsDdjgdas6b5S3eqeG87bDU0We1z0SZeVx9fmX8RWRMJHto5SCLi3by5PXI6H8sV9IzyEena9a2954cuLK2ggh8j95FHDGEUOvoB7ZFcDpGpnSdas9QU4VH2ye8bcN/PP4V1FjrAurC3ue7L8/8Avjg/4/jXH6jbCG6uIByuSV+h5FRHsxvuevjUAkn3t2W3Lt78Y/lST3wYdCxbJb5sD6Vweka15unRxyFhJEgRmPQ44/lV1dVQs5J6jA561PKVcra5bhmMx5JOeBwK8/1QfbNbhg642R4+pyf513uqX0PlFppAijAyTwCa4vTEW78Wxt1Tzi+fUAcf0q4Es74RqrMF4xwPpQEOORT8AsT1OacARyR0oJMnUAZdZ0O24INw8pH0A/wqfxKrzaPcWlmhlmmCjYnJ+8CaydSeSXxNapC21oocAk4wWJrqV1/S7KILJdRhwOQvJzT2GeeWvgTXZ8M0KQD1kfn9KLjTfsVwLY3CyyAfNtGAK6++8a2hheK0jlYsMbiMCuS5llFyQ+DJhnI4yapXENWyywGeproNI1G4WwGnQnCvMzE9/T+lVYrMb1+bJyOKveFYra41SGKe8htfMcqjzZwWJwBwKT1GtD0Hw3bgRSvtBwVTn8z/ADFdFBuOQxJQAgDt+VZelqttZKpDA7iWBGCDkj8OlaEhjjVSm4kduOKkZ5T9lbTdVvLI/wDLvOyj/dzlT+RFdNCfMgVh6VV8V22zxKlwNpF3D823puX/AOsRVnRx5sMaf7WKJrRMIvWxv6i/kaVa2w7qAf5mrFvIr2+MgE1S1rL3ESL/AAITTtOPmJtJwaxmbwMbWI/nJ965pMabptmVRPNtrg3EkgHLkkcfQBf1NdnrFvwe/vXK3sWYJEIzkUQZM1ZnT+KbT7d4Z1K3TLh7cyRkjoV+cD9K8GlXOD617dpfiHT57fSdPuriRZJYhFJwNuR8hyT2rymbw/qKPIn2bhGKht64IB+tbpmLOebg0ittdW9CDWpJod6v3ljX6yCqw0uZ7lIBLCJHIAy+BycDmqJNawYeUT/eb+VbMEuD0rBtwY0jQ9VGD9e9als53Y7+9ZstG5A4Jx6981ZaMMuD1x6VRt2jADySqik9x2yP8auwMXjUlNhKg7c8j2qSi3ozZgUHtwa6zTlLcA1x2mfJLKg7PXZaTy2KiRstUZ+uQgdua52Vf3Z4rstbh3RMcVyZUsjDFC2MnuYEgxL+NdNpLq2mqSM4JWufuU2vWro7/wChSqf4X/pVvYRqPJkAd/em+eQhUYwevNQNIdwx29KivrmK20gyW6tPfFhsRQSMZIIx65wc571IF23HmToFPJ6ZFSXhC9eD6UtjGG8veuGK5IB7/wD66dfR/L3OADSGZcLEXPtnA4rsrCQ+UpLE7PlYY6//AFq4H7XLbX0sQtJJGMRMDgMQXxxkjgc8c+tdnp04aMIcBs5IHfjFDQJnVWUsKo5lnjVyw4J5wABV4XdqB/x8xf8AfVc5k7iaxdX8X6Nol+lheSzm7dA4SKEtwenP4VaRLO/XULEfevIR/wACpk97p0g/4/bfnturzePxfo1zMkQuZIWk4Uzx7Fz6E9BWru/yaLWEdE72agiK6gxnOA/c/wD6hUZnh6faITn/AGxWFTgO9MDaEsWBm4hOP+mgp0U8EZ4mhUE5P7wdcY/lWGab+NAHU/bLYjm5g6f89BUD3NsVI+0wZP8A00Fc5z60hoA3VkgBb9/BhsZ/eDnv/OpVmt+vnw/jIK53ildkSNpHdURRlmY4Cj1JoA6Fprc9LiH/AL+CoWeMniaI/wDbQf41wX/CceHDcmFNQZ3BxlIXKn6HFPl8c+HIComvZVyOP9Hf/CizC53SyxqRmWL/AL7FWEuYB1nhH/AxXncfjvwzPKsaakQzkAboHAz+VdFjB96LWC51BurVonja6gw6Ff8AWDuK5y3YW+v6ReSEIkkbQuxOAMg/1FRgd6hu1MunyIBlrdw6/wC6eaCjA+KlrHc6jpl3FIjjy3iYq2cEEEf1rnNMg+6uce9X/EGuWWpQWsNrIzlHLyHYQOmAOaTRLuxhtZxc23mzfN5R54+RsdDx8239aCTS/s2YKCBkHofWpI7SaKNpMcKpY/lWpbtvgQnqVHFN1GTGn3hUniF8fUKaVx2ODkYyiHPZRW1pMOWWsW3G4Jz2GK6nSYhj6DtRLYcdWP1AkYXNVYyQOamvyTIM9ahA+WoLYl0R5B+lcbcShbiUHuetdddH/R2+lcPdv/pEn1xVQREmPWTOT69Kev1qpHOsSzb4zITH+7AB4bI/pmrEZyBkYJGSPSrJJdu4YrP1e1KpHOO3yN/T+tasajHOKe0Jnf7PKqfZ5EIZyCSjdQcDk84poTOR6UueGPsaMMfvLtI6g9qDxG3vgVSJKz1oaDHuvy56ItZz9a29BjxA7/3mx+VD2GtzrLGGSeZUiTfI2RGn95sfKPxOK1vDGuT3bz6ZqNuIL+AEkBSuQDhgVPKsKp6PEWcEjvxXTXKpJdvfyrvvZVCPO3LsPc/gKwb6GsbkDtlzVaV8HFTHpmqMjZm+lQi2F0+IgPU0kN8tjhFnuIrh13wm3z5hZegGPUkCmSkPPGv51xXiTUmOsusTspiGwFTjHr/OtIRuzNs988H+OrDW7KKz1DUDHqyfw3ACNLj0P3WPX36V2qyuMLKpULnAzjOOPyr5MtNY3BY7qJZ4+xPDD6Gu/wDD/jvXdKtxFY3i6jYqOLW6+Z4x/sseR9P0pSp9g5rnuu+OZNrbS7EAvuxjA4P51XKyCJs/LzgnuD9PTiuZ8GeP7XxBJLZXz2trfjHlCVfLMnqMdCR7dc12F1G9vIJmx1IJUcgnoahpodyGOfMXIIYDHyHOc+1RSuilYxCRj5h03MOP1+lSXpufsrNp7J55G5FdPfn2zjPWsPRdX1jUDcw6ppslr5IBjndNoc55X3wO4pW0GX53RgRgHPr+hqskqrwylcjGc1I+UDbXB3c4I/lUUscrwOYpAsh+6SAeaQ7FqJ0L7XKrkcN6VMTtfAJ4PIYfnXO6PcancXjx6lZNDDGpxIHGGO48ce2K6AZkUkMxZO4HUdqbAlWbaQQzcYOKC4xtK7gfl5/kahuXuJbaWOCbyZtvyyY6Ee1UtJl1x55U1S1VIkj3LKJFJZs5GMdRigLnDa7psvhfW47m0ZktZW8yF/8Anm3dT/npXbaXfLrNvHeRyCNshZIgM7GHX8DVzVbC21jTZrS4ACyjKnP3G7GvOtEv7jwzrzWl2DhGCTJ1DL2Yevr9K5a9K/vI6aU+jPH7i6cyxTxkiWBgyEdq3rmNJdUhnXAtdTQhSOzgA4/XFc/tKNyPzrXWTPhBZgfn06+ST3CtkH/2WvUPPQunyy2NzLYy5UbuB70amdzxv3xtP9K0NYSHUtPt9asmDDPlSkAj5hWdODLCzc5xuFSmU0Uop3geRQSFb5uPWpBePnIzxVV/vA9qd5i9M9KoVy610J7aWG4+eFsM69iRyKytFvo7TVftDIzfIwQKe/H9M0+af9zIg6spAqnbRorKWByDlSO1NCZ0cniS6LfuYkT6nJqlNrOoTj5rlh7LxVR/QVDNL5MW4AFzwueg96YjY0cvJqBld2J2ck85rNurZrW9lhK4w3GO4PSrXh++3u0UshLjO3J65puprLdeIZIYhudiqD0+7R1Apjg+hFWImJBj3Ha3bPGfWr+pacLLT7dGKvKp5ZV6Cs2LKup9DTWoG+2oSfY0AlPyDIGBwa6fQNEsLnRNNkubJJ5thmVnJG0se3OD+PpXAykKrEE8DpXqGgXhi0OwjwCVt1UZ7cf4ms5aIuOp08RXbsTbtXAbA6kClLqrAhjhe59a5WbUZ0ysk5AHGFbA/SsyfUd8gjjG924CgZJoWo2dF4hgjurGC5VVEsE6ncD1U8H+Yqp4f+W9MJ7PxUFtpk0ih7t/KGOI16/j6VJpBxrP15rpnQnCleSsYQqxnUtF3Nm/JOoevyf1qG3cwXGOgp143+nMc4O3+tV2Lb1JIPHUVwSO2Bo3aiWIscE44rlb6LG6uh88GPk8VlXaB81MS6qOcsGQJPC6ozRyFkJUZAbrg/hWddXfk3Lr2JyKnmJt9SbHSRSv49ayr1C0m7rW6OZiTSeZyM4PaqTxBj8yg46ZHIq3FE8rbI43kbG7CKTgev0ppUgnIwaBFTyyDnFTxEhxjoKnSEsauwWhZlSNWLMeAB1oYDrdztUEYHt3PrWhG/Yn6037A9uxSVdjqANuf14qRYgv4UAWLTi6YjowBrrdIf5x83OK5G3DC4UKCxPAAHNdZp6S21wsc0TI4AOGHY9D7is5o6KWqsa2pxb7Yk+lcYiDznX613k6iWAjPAHauOlhYaiURSee1StiGtTnb6LbI2RVy0iEFnsKkSO25jn8hj/PWnXhAvlXhiD17A0oJZxnueaq+hBLPGYynbcKi3nGAfwrQ1PASMDBYgcd6y1dftZtywEiNhl7igDobIkOu1Rwo60lzbkRqWyd3J9qdb4DEK3IGFqxc4KsxOc88HtSK6GG0DLJwP8A69adiSuAAOtOudPuLeBJ5VjCOwUbZATyoYZA9QRTbdVB5HTrg0yTdRgV4BA/+tXA+KW0bV7uKWznjbVjIkJU5BCDPqO3tXZLMBCzjg4OBXCm2ik1HTbyPyTuuXQ7Wy3CE8+1VEGc9q9jJp7xRTOknmJu+XPTOO9VoNe8Q24W2sNVligQfKjYbb7AkE49q1/GQ26lAnpAP6muetiFeQn04rRPQhmifEXi/trTH/gK/wDxNJ/wkfjAdNZb/vhf/iariRTxml3jA5piJ/8AhJPGH/QYP/fCf/E0f8JJ4w/6C5/74T/4moAc/wD66N4FAFj/AISXxh/0Fv8AyGn/AMTR/wAJN4w/6Co/79p/8TVfcDRvFAFj/hJ/GHT+1B/37T/4mszVtU8Q6rD5OoXzywg52DCr+IAGaubxUU2Cj/7poAz7O3S2/eZywHNJqbrPBGyfwnn8adu/dsPamwJ5xWIsBvBGW6CmIi0uxknu7eRQCiyrn8xX0FsZ3YhWxn0rxXw+gEkiZBAbtXRT2dxM+Y9SvrcgY2xTlR+Wah6jR6aYWC/dP5VRS8jh8RW9lJw09uz4P8QDAEfr+leeR2N4ZEQ+Ib5d/AMtwwX+dXX0C78P+IRJc3kk11bEHf5m8MpHY9eh6Ukikyl4i0SXRvEFxbgZgdvNhbHVSen4HIp2loyyZYZ9q7PxZANU8Pw6jGMyQfMSPQ9f6GuNgmCMuWCgkYJPAoGdjbTKYsL1H6U6TJQhsEMMEHvUMNo8CW7NLHIk8KzRtGT909MgjIPFXETPf61L0GcdLp72N55JU7DzG3qv/wBauk0uIojHpgVD4jLwW9mFxuMrH68VZsps2RbgHoQf881Mtio7mbdnNzj86a2QvtSy4M7E+tSPt+z5P4k0gZTuzi1Y+1cDM26Rz6sTXa6wzRwRQgpm5iEq7XydhJAOPwNcjNAVbgVcdiGVAeauwc4PeqwiO7pWvYaTdXFnLdwiJooRukXzAHAyB079RVCHRD2q7EvT1+lQwoOuccdKuIOOn60Acvrlp5GosVGElHmL/X9ayZhtRfck12etWiXVizCSJJrc79ruFLKeDgd+xrkLlPmHstWiWZr9a6nSIClnEMckZ/OuZ2F5VQdWIFd1YQYdF7AClJ6DidNpMWyMH2rRkbccVWtvkQLU/euaT1NorQil+VD9KyC5MjHNaN7JshJrF3/KzU4ikyXzgpmnJ4jTJrzKadp7mWZjzIxau21mc2/h64YfelYRj8a4UKehreC6mUi5bSQscTbk/wBtRnH1Fahs7y1jF3bv5sH/AD2gOQPqOo/GsMKVGat2Wo3FjMJbaVo39u/19asSOgg1yO5QRalEJOyzJ94V3nh7x9rWjW6xxXI1nS8bWt52+dB6K3UfTn6V50t7pmpD/S4/sU56zQrlGP8AtJ2/D8qZJbXml/6TE+6L+GaBtyN/n0NS4plJn0FF8SdDutJN1bW1wLuLAktmQKy+pLdMf5xXSQ3EN3ZQXMcbIsyb1Dn5lz2Ir5vl1E29mY71mG5fNuPLGMnHyr/SvfPB8d3D4U0WC9k/fyW6tIpHTPzAfgCBWE4pIuLNCXaufl2gjjvTMqEJT74P51Xm1fT/ALWIBOiSjKgSLgEqdp57c1J8/mY43EkHsRWZTLBZFIZl3Z64PBpARHJ93jrgmlw5h/g2ngn0rOn1OxtJzDLIYnTgufu9N38qLBY112MoH8LDnd6+1KAI02KwYdRjr9KqrL5kCkEFGG5Tngg96dudVHH5dKYE0jL8uFHTk4wc1zfi7Qf7Uslv7RD9utvQf6xOuPqO341p3+sW2mTRwXCyAONykDIbPXH0q3bzpIkVzbP5kMnIYdPyosCumfM7RhxhgMe1SwDbpes2oGQ8AYZ9iCP5U0YAyew5pttIdmoHJG6Aj9GrpRia2l6u02lTRXJeZ7hQee7epP8AhTHidEVXyNowMiquh4SG3fHRAf0rauj5g8zPJHPHGal6Mrc5KZdjsh/hJFMlmmeOONn/AHUZJRcdM9c+vPrVrUY9l0cdGUH+lXtI063ngkvbx1FvAeUJ+8cZ59qsgw57SZLFLt0KxSPtQt/F9Paq8WWPGMdyTgVf1zVH1SZWVStsmRCMcY6ZFYdxFPJLtVGZB93aOKpCNiaModvBYdcHNVp4vPj27trDoT0qwu8xqWADBVVsdCQMZ/LFN25FAFS2sL7z1aKJyc4BTmu20fyrfSb+7udqgXbBpCMkBcDiuT24qdb+4jsHsYyBbvncuOuTmgC1qmp/b5NsKssI67urfWs/OKQHFTWtldahcrBZQSTyt0VBn8z2FUk3ohNpK7IbtyYk9/SvRbCO5vLK2hshJujRVJHAHHc0uh/DeL5LjXJBKy8i2iOFH+83f6Cu4VIreJYoY1jRRgKowBXfSy6U9amiOGrmEYaU9Wc5D4ciSMm9meaU9lO1R/U1Es1tpkzokEcO44ZwOR6c+lblzMoU5rifEt2sZEjNjKkY9a7ZQo4eN4rY5IzrV5Wk9y3qWvJbox3gAdWJ4pnhjVFv7lblCepByMHg1xEUU2s32HLeWvU+grstKgjsriJYU2RjK8d/evLxOJlV0ex6eHw8aW252N4n+mK/ZlIqFhkVPNmWySVeWTDVWLZ57EZFeZM9SjHmYkybIgw6VTGWPNasq7rT2xWbDGcMaiL0Na0bHL65EYrlJQOjCs2aHIOcfWul123EluTjtWGPnijY8kitovQ4pKzKEU9xbQyxQPsWXiTBxuX0JHb2qO3tmWIL1PUk9zV9bcyNwO9aFvZggZwB796okp29rnHGfpVxVZLeRI32F0KOwGSR7elXlgVBx1PGBThbH0HNAFaV3uJ2lZU3MFU7FCDgAdB39fWmhSexHv6VfFvgdzn0FP8AJHFAFBYH8qRUkKO6FN4Gdue4rQW4uQ9kHnZvJiEKMBtwo6DjrSBAABzz0+tacmmLbaYsty2y5d1aJCeijrn60WGnqdFp05msN0oVm9dorFuSF1ElRgNV3SHzZMM+9ULn5rjPoa5za5zWpBI9REe5RJ9/Zn5tucZx6ZpAwV8nAOcVHPpP2a5v9Qu2aXULmY+WwPyRwjoPqeB6DHvSnnB7NzWmhmyZrljcLKDllORmqcMAOqtdvI8s0m1MtgBVAAAAA9BVl7dfLUrIWck7lI6VNb2ux1brTEa8BAxkcYqdiChU8g9qrxrjkfyqYtu9BiiwyIIVSOPzJGji4RWPAwMZ+uOKUcEY6ClOOvt3pgPUd+1MRYdibaQdcKQK5EWsVjq9hFDkIfPnK56HCj+tdVy0Dj17VymqzhNftsfw2jn/AL6cf4U4gzH8XSb9cPP3YlH6VZ8GWwe6u5DHHJhFADjjrz+lYeu3Bn1mZs9AB+ldJ4LfZDdMSACVGab0iStWb8tlBIJMQIeTjCiucv8ATo/LJWMdD0FdWjggkVnXEQZPlHB5xUJlNI83u1lglYHOO1VxO1dRq2n7gx28gcVyskTRuQQa2TuZtWJBO2ec1ct54y+HXOaoKpzznH0p6BgwOKYF65KqTs4FVfOO4AnAPHPNTSEkVSfIPNJAKT1FNiAJRTwGO0496ae9AbCBv7pzRYDp9Es1iuCiDAHau0SxyoO0flXO6YoW8BPfniuyhx5S5OeMVDZSRlz6ZHLtDgYUhlx2IpLhZHkaSWRpJH5ZmOSfxrXYAjpVKePJ4/ClcdjU8PTR3NrNpswyjqVAP+frXC3tmbO7ns5l3eWxU+47H8sV0tlK1pexyAEYOGPt60vjOyDTwajGOJV2vj1HT+tMA0nAgVd8j4QKC7liFHQD2GTWpny8gcntWBo8u1Qp9q3ZADkjnHoKljMbxA/mNZjjjIpJbhYtOEfBLGm698j25PoTXP8A25pZNrHjPFKwXsdRp8SsFz3qPW8LDJgADbxiqUM/iSK8Q2+iB9PDAeawbLrnBYN0FXfEA+RlHfFK2pV9DmfKE13HPI8jyJH5S5ckBR0AFQXdt+8PvVmPIf8AGrc1uXUNjOeKshmKtlkgBfyqykU0MLQq5EbkFl7HkH+YH5Vpw2p7r+dT+QCpO0cc4ApiM1Ith54qZcLVqS3OMAdB1qs0ZDYx3pgAjiNwszIDJ5bRZwM7WBBH5E1zn/CL3xyI5LdkXgEyEEgfhXSfx9MfSpFY7wFPAFF7CscmfDl3a3EM8/k7Q/8AA+T/ACrpdLi3PnFJqTgpCgzk5YjH5Va01Nibj6ZpSY0rGpEcufarHQZqlaNuLHPerhbK9K55bm0djL1aXEePesljmEAd+KuasSTgZ4qppcLXV7HGc7Qc1a2Ie5leJI3eC1tVzhcu316CufSyOcMDXba3YTrqMkojLRg7QR6CqsVmkgztG76VonoQ1qcu2nTKu5FLr9OR+FVmhB46NXeLaiL7ijPf2qG50q1vl3lCkn99Ov5VSkKxwRBQ4rT0W6eK6bdKyW4UtKoPDj0Iqe+0Sa2Bbb5kf99B0+o7VB9lWHS4WD5luZcYB6KO9VdCsb/h/Sz4x8U2FgYykbyG4vXDf8sxyBjtxx+NfQNncSfNbyu/mRthQB1UdCPwrj/hx4fh0XSJtTQebNfEbWZdu2IdBz6nn8BXaHbJtkiCpNHyQQfm/GuapK7sbRWhBqHh7TtUvRczxSPJgMWjbYJQDn5h079auM7O5KjYT2zUcbnaE3lgfmxjHPpS4ClsrlSMZHYVAyQ5l6vye2PzqpqGm2GoYF3BFMIxtViSGA9MjqPapIYkt1O15FUcgtz1p6EM7iRCBn5WHpTWg7D4grRCOMBRCgCKBxtHal+UqF5A9RUbgxMrBiVI4qSPaTlQSR6nj8qAElSG5g8meJJUPRXXP4+1SwxRokUMUapEh+VVGMZppCjGFBHv0ojDCRWUYOaAPnO3sFubS4le6WEoB5cZQs0x7gY4GBySaz4XK2F9KwwQm0D8D/jSeY3TcR9DSS5GlzYHM0mz9QK6UYGnYqIraFe4RfzxWvAonjkQzKhCbkQqWMjZ+6uB19zgUmn6LcTjzpF8q2Ucu/y/5/nT7rVbXSwbfTl8y4PBfv8Aie3061LKMvxDYPZR2jyOvnPuVox1XjIzWdZ2/wBqjaN2YwqdzR54Y+9OvhNKgubiQu+8AnsM9hVjREeSWRUXc20nFWtiXuZOtfJeLHwAkQGPTPNVbaG4nYJBHJIT2RSa7FNPs5Lt7iayE0rH5i5yFx/s9KvvpsUozFiFscKo+U/hTuI5P+yNRih3SWcqJ/tDH50+DSbu4H7oRE4ztMgB/Kuot7h7Vttwd6f3yMsn+IpbqyQv9og+Uqdzqnp/eWi4WOOuNPu7d9k0DKeo6YP09aZb6fdXUwjhhZmJAJwcDPqe1dmksOp27290PnHOf5MKw283SrptszKV4PHDD6dwfSi4NHX6B4A06KJLu+nj1Fz0WM/uVP8ANj9cfSuz+yIIVRESPZ9zYoXH5VxfhTUoLRjKsnl21w4R7c/wP6j/AD0NdpNNtJGa97BTpyp+6rNHiYyFRVPed0NScNExbh1O1h71n3d6FBwwGOpJ4FUNU1eGxuCrFnmnA2Qp1b39h71zusXGpXUZgtLKeV5B8xjQsEHoAOp96WIxkafurcqhhHN3ew7W/FAtWWC1VZZpPuu33B9PWuZj06/1m4865ldlzku39K1rLRJ3lil1JJE8v5VSRCpA69DXRxwqFCR4A7be1eRVrTqO8j1KdKNNWiZFnp8VqvlwphV657mtvT9JF9ZXcsF3B51qhkNuMlyF6n0FJ5GBheT9KqxWUVnPNJCrIZs78OcH1rBu5skbOk3ayL5THg8jNSNEYZDF26p/hWHbSGG6KA4IORXSJsvYBzhh39Kwmub3Ttov2dqi1XUQsPsn4YqtZLuSSm3DvCrLJwR37GrWmQ+fYyMvBPQ1jFNLU3xVSE3eGxj6jtWFldSVPBx2rH0bShfu6SXCwRoGfJGWb0VR3J/Suie2uJkMJXD/AMTf3R61UmsLeOMweXlcbTz1/Kt47HnyWpBeaWljdmKOUTpsV0kUYyrDIpI48AccDj8aekMcMaRRRhVXhVHAAp5UFsk9+oqyR0FuJZ0TcIwc7nPRR3P5VfvbS3tYYJre5MqOzIQwCsCvfHUAjB5ql5YPUHg96asKxxKijAwQOeg6/wA6NQtoG/qdq4+lJ+8ncRRxs8j9AO9WrSwnvXWO3T/ec9APc1uFtL8N2YLyCa4cY2qMs59P/rCmFitb6Zb6TbNqOozDKLuAY8LjvXD3eoX/AIi1L7aGaKzibMW4YLmty/8AtetT+fqh2W45jtFOeexf1+nQUz7ONqqmAp4x06UXA39DbfanHXbUMgAnbPrSaJvgYxsCOOKlvI9sxzwe9Ytami2MrW48xqfasm2t2mEeBxtHNdRcWTX1unJEf8TEfyqu0IiZVhXAHTHYf1px2FIh06zsDOsV9JImXXG11UbSwUkk9xnOPY1GY1R2RG3BWIU+uDjNOk2OpDojD0IzTeq8Acdc1ZI7dgd6fFPbrcIt3vWJ8rlGAw2DtyT2ziogOvsOlAyy4bp7nimBcvTZm5YafIXtyqspLbsEqCwz3wciqjYDNjgE9qUHnA/Wmtljxj060ANuJ2t7G4mjjMrRIWEYHLVxmqahHe6nDNHHsYWSCQZJyxdj/LHSu7iyFIX73Y1wXiZx/wAJXeqOixwp/wCOZ/rVR3Ezmr1999M3q1dJ4XuQlvOCeSwFcrNzcS/75rd0MGO3djxvfOPpVNaErc69LkshAz1pxc+WuPSsuKXC8VOJ+PwrKxdwuCrltw7dKwL60icA7RyK0pZ8s2e/rVCdwehpoRjzWoi5FV+hrQnfORVGQAEYYHI5wOntVoQ/5nzt7DJqtJ1pwJ5wccVGxpoViKm4zFIAe1Kx5xT0ZniMZYlFyQvpnr/KmI6nQ9Qe8uSBEVjRVAfoCcciu7tjmIflXBaNJmwsm3dEA/XFd3aHMIOKyZa2LByUbbnpVq+/s02EcltCY52kTjzGb5TGC2Qf9rIqvGc8VIqDccDk9aQzPeE7unUVqNB/aPhyWB/mePlfYimtGoBPfFTaS5E0sJz8y7hTuBwlo9w2owoPlUS4Xjse9dTd6tY6XaR3N9N5KyYCAKWZuM4AH1rBvIfs+pTAEgRyHB9hzWN4xvn/ALK0uRWywjLg591Gf0otdi2NTU9fsNRuiiQ3qlVGwPEPm9cjOR+tYwZZtTLxoVjLZVT2FVI7RpvCTa0Cy3UEgwwACspxwffnrUGkapJdXEIcALGWJ+hA4/Ony6aCuen6R5mwJvfy+uzcdufXFUNcdftioed3ArX0aSHyd24bivHfr7VTu7PN0ZpFO7+FSOn196xXxGj2M7TdNtf7Utf7QUm1aQLKFYrgdzkVfvLWzUwLaKwLQh5VL7wGyeh9hjPvTHH196aRg8d+elaEkHl7RnOR9KTadh2jBqR84JIPNGOeOKYrF67h0ddL328sn2vZCcGXO5iG3jaR2+UZHc1kvGpGQKsGMZDBAfTA5pfIl/hik6/3DQIz3t+dyjBq5pNlY3AmF40iOiu4dXAwApIwCOTnjHepvsk33fJkBP8AsmpV02Zh/qGO7vkUNjsYMgjWeKWRC6BWUAdz2qzCpjs3duuM1qHRZyrI8JAIx1HH0pf7HvJLB4vLUSH7uWABqW0NJmPpU4dmXPOa2Pasqz8J63DMJd1sgB5/eZx+lb66RehMuYdw64J/wrORa2MC9gMhIIq34fsQly7Km90Tcqgck9hWt/Yd07YZoQPXJP8ASrun6ItheG4e4Mny7dhXApXHY57R9VtNYvri1jt51kDH93OPmX6jtzmtK80iygt2uJpEgHZj3PoB3NdHc6mlnaS3M0UR2LlpNgLt2Az1JPFeOeKfEt5qt+6o5BPy/J/D/sr6D1PU1pBXJk7Ghf61YWrtGZQSOMAZb8h0/HFZ48RaevJtrljnOQwX+tc/b6XLK+13EXflSx/ICrt1pVtbwgm/lL/3fspUfmWrXlRjdm9D4n8PSALcW2qxN/fjMbj8jirujQ+FLjUTJF4gtY0mkDtDf2pidcDlVJymCT6iuCNsmDi4GewKEZqExyKD8u4f7JzT5VYLn0HqN7qNhHbHT7U3FrIu1ZrfDoCD3x7dMelbGm3gntUnulkgmx80TdQe/PpXzno+talotwZNNv5rUn7yo3yt7Mp4P4ivRtF+JEE4WLW4lgf/AJ+YAdh/3k6j8Mj2rCVFrVG6qJqzPTIrmEOwdmCHle+DSXd8zWyrZShJd2WMgyMVmxus0KTQyLLC4BWRGyrL7HpSFsHnsKyuPc049Qby8Tou7jDJ0Prx9aBqe0khBg9ia4/xB4nh0J9hgMjbPMLF9qovv61gwfEsXbYtrK3dgM7TI2fyxVqEnqJySZ6XJqLyRmMDZn+IdRTI7yZDxJnnOTya4BPGt9KCws7OKMdZJGbaPxzVFviM6ybfO08N/sxuR+dHs5BzI9ON/cEY8zGeoxTVupWdcysefWvM4vH13dvtt7ywL/3QmD/491qpqfxE1fTLmKOQKzuN3ywqoxn3p+ykLnRztlp1xeMCqEIBksw6AU6CaO1u9LMiKyRyGdlYZDYBIyPqRVi41WW622VonlpKRGSepzUCRwTa0xmG63tlCsgbbvGclQexIFdHQyNHUNbv9YkwZGSHoADjA/p+FV7e2VflRQWPUmlldLnUmNlAYLdiRHb5ztHbnqfrW3ZWKxnqWk/iXHX/AOtSRRjarZ3EOmGVggiV16HnOe9P8LqZL2TqMqc4rS8Tq0egjeMGSdQAOmBk/wBKq+E423XMi9lx+dV0J6nUokEG1mRXYdUPT86zLq9BnIdMLnAAXpVpnBIGcg+3Q1FLCrsrbRkcc0lYZUmjEkWFwCvI9D7UlrcER+Wf4fukD9KkuAqN0AB5AH61TkJ3BkPI5OaGBDOhgu98Z2hjuH9RUV9JG6CYruZRx34qW5YSR9fm6g+lU41Z1YHmi4EcbTFruVm2BGDJj1FdVqPi5I4ljtFEsoQBpG+4Djn61zN2ACsOPlX5j9a1vD2km6lS7lXKbsQqR94/3voO1bU60qafL1Mp0ozav0NXw/od9qNy15c7nupurP0jXsPr7V6Ppmi2+mJ8g3ynq5p2k2ot7ZQFAAHNaqoBzWbberLSSM6/QsqyMN2PlOeawr22ty6sIEGeCQuP5V010A8LrnJI4+tYph82JuOcZH1qbjsYVxawxsGUHaw5we9QGBZdo8zAHTIrQvIvNtzgcjkVlDK1yVq8qcrWPewGV0sXR5+ZqSIbzRZpGSWzmh85TyrkgMPrUsUWpWYEgspHYDpC6vn9RTg7A9TViO4kXoxqFiovdG88iqx+CaHxXaX9vi9sp7Rz8rLPHirVmPsaCMH9z03oMnH0NNt5Lu9kMFvA9w23JRV3HFI4u7I/vLWeEDqJIjgVp7aElc4Z5XiIS5dG/UmvBbmFlglwDyCeufU5rBKPHkFAAD8q5zx6Z9M9PatcX9vjMkagdyDx+tKJ9JflvJB7/OB/WrUo9GctTC14v3oMxAgzkqCalVVHG35uwFar6n4ftRl2tRj+82f5UReJYXO3TLJ5e29Ytif99NVp32MZU5R+JWKsemXc5ysO0f3n4xWkuj2dlCbjULhAijJLHA/Lv+NY17qPiiWRhFYwqv8AC3nBgPqBis5tMnvJhNq9y9ww5EbDbGp9l7/jTMzYk8QPfA2+iwAWw4M7jCf/AGX0HHvVIRxwu0zuZ7luDM/XHoB2HtTjJhfLQBVHYVa06fSCPLvrd5JCrGSQMfkyDtwB3yBSAzi5eTnnPH1qwgz0BJPSoYowc98evari8Y2/WmBp2JGfmUEE9DV2dYXbf5a7h6//AF6zYrqG2ZXuE3IQwUkkANjgnHvV+a4iuGaWBQsRVNoxtwdo3DHpuzUNFJjJWLLgnIrKlyDng9/pVuSX1449aoyliD1zg4HahAyBtx4LEhegzUW059OK0JdR0+8svJgsPIuA6vlUxtG3DAsTknd/OqjDkYGCRzirJIurYGPY56Uo4x0456U7HOOTjrxV3S7+ztJXivNPSZdxO7ZvZlKkYyeBhsH160AUeflGRkd/Wo25Y4PGehqZmbgHABHaq+4bs+/SgC5bqCuRjn3rzfXH8zxVqrZyBcBfyVRXb6lcahbWds+nwtLmUCbYm4hfXHpXAajdG78Q6pcFVBlvJGwowOuOn4VURMxZm/0qUj+9W1psh+yRj3Nc/I2ZpDn+I1sWL7beOqZCNpZsU8z8VREo7UpepsVckeTJJJwPU9qyrjVraOTYqvKMfeXgH6Z607VJD/Ztxg4+UfzFZBWOQWnC/Kg3bifU+lNITZpNcxTjCEBkGChXaw57+v1qBqhkaF9ed7Ygwuxxz2Iqy4HQ56dqHoFyuetRmpCtRMDigZBIf3hp8J5NMmRlbJB2kDnFLAQHweRnmq6E9TpNEcnTowOiyMMfjmvQbA5g57V5fpU115iwQRkxrMWduwBx1r0rS33Q9eCOc1ky0aKgnGPSpNxByf51GMDggj8au6ffwWbkz2yTJ5schJUMSgPzqM+oPSkMhVi2fpT9Of8A4ncYBP3ag372ZwNoLEquMYGeKNLfdrsLepIoAyfEVt5Wu3CEfKyhgPXIrgNRnE9vp0bkbUtmVsn/AGzXqfi2Jf7XgJH34sZ+h/8Ar15ZawRardXO+PYtsixKBwCdxyf51SJZMt/cJ4Yk0SKOPyZn3+bnLbRjjA9CKueDtPhbWDAPux2zuS38RLKK9U1Xw7pX2JbVrC3MVrp2EAjAKnaMkEcg5bOa838L2bWOtaghbdtjQKx6kMc/ngUc10CVmei2bra22I40XjB2rg1SuC24Nkt2O6rsepQppzwS2S+akDKh2ZMjlhtYH2GfzrPlORyfw9KzsW2VyOp9ajO1Qd3c9alPrn9KktriO3kmkkjWTdCyJuQMFcj5Tg9s1QirIoUEqPl71Uacg5CfhWxfz202oTfYwBbg4QBSAeOuD071lTxfPxkA0xG/oLiSwIYAFmLge1aQUKOD1HPFY+ky+UiL02cHnsa3HUbRjJJ61hO9zSNrDMZwM+/FIFHJxkDpxTz0Hr3pOp6H0qChCuRnr9aAOcdfb0NPzgEE8EfnQMhe23vTuAgXvuHHPX/PNSCNh14OM8009c8gnnFP3ZJIHJzSAdzGhIBA744qoZDmnzP8h7EDkVnTT7RhRnjpTQGL41vJE01IYMu7MXCj+I8Bf1auahi0zw/axxzFZtRuTseYkAKe+0noB+prbugb/WIrRZEiZgqCRz8qZP3j9Otc0La1u5B9py6oSAVOAw9fxrpp6Ixlqz0fyNLvrRLvw9Cn2W3iEc8RAMyEZ/eOO4Ix8w/Gs+5t0lUvKsKpjlpPuge59K5jSNOTSdYt9S0q/urVo2+ZFYEMPQGumljtdW0+axukzFOMOQcMvfI/GqZKMLVPCzBnD2HKkgmM1yV3oxgkIQujdlkGK9X0S0vbLSFt768+1tCfLik24PljoD6nk0+4t7W8QpNCrY6hhQpDseWaHYwT6ktvqsETW7/JvlJXaTwDuHNZ97pUdjGZLS5a4QjDI4xJH68dGHuPxArvdR8NRbGW1wVY/wCqYZB+lcjrOnXltKont5rdv4RIhXP0J61SZLRV8N+LtQ8NTnyD51lIczWkjHY/uP7re4/HNewWGs2Os6WupWMrPCx2uG+/C/8AdYdj+h7V4PLGS3o/5Bv/AK9X/D3iC68OaoLqFfMhceXc2zHCzJ3U+hHUHsamcFIqM2jufFxiutUjEiho5IPLK54IBPFcxp+jWtvfoYmcsSQu4/dHf9K6jxBHBPp9tqdjIZ7Nx58Ln7xQ8Mrf7SnqPauVnvlstQs5Wb9225T+Ix/WlHawS3uJ4hnklRIoSVgUnCjviudSGWX7kbu+ck4JzXUaXPA9+I7ofIWLK3UAnqK7yERxxqFAC44xwP0obsJK+p41cWdzakJdQSxFhlRIhG76VqaXfoRHZ6kn2mz3fKX5aE+qnrj2r1O8sre9g+zXcIdCMhJRnj1H+Irh9W8J/wBnyfabAvJb5+aJjlkHqD3Ht1+tCncbjYTToBDdNK4A+zwtLk+pGB/Mn8Kz7WU+Q054aZzIfp2/Sr+pybNHXyzmbUZdqgdRGOB/7Maht44xcIHH7pMDHT6VXQDd0uzEEYmn4mkGcEfdH1rft4vlBOQOm09RWFpxZ7tYjI/lM24jP6Z967Kw05riLzI+BF98eg9adgOR8cXIaPTrcEbiXlYD2GB/WpvClv5elSyt96R8DPtXP+Ib5dW8S3Eltzbpi3hx3C8Z/E5NdtBbJZabbWw5dEBb6nk0dBDRAjynahJPVR/So5laFsNnNSLdm3kEqEZ6YPSoLm585Sx6jndn9KljKM2SGjyMryD61ms3zEbuCKsXEnIOapy43AkdaAFONgI7HFSxxiKE3D/dApoUmHdwKrXTy3clvptqN8kh/BR7+3c0AS6fbvrN6d3y20fzSkfy+p/lXpeh6azTK5hMcaqPLBXAx2x7VQ8LeH7eKAbwWs7c5fsZ5D2/H9BXpOk2e9jeXboADgbjhWbso/2RRuBDGqogXjjrzUpIA5q87PcO63BgMUXzyyxL+Sg+9R3NtCb+bgxWsKq0mPcdB7mmxGa2HfpgVSmiEUrKOh5FbcVlCDGbmYwecC0a4zgdtxNZd2mSrA5wSpPr6UhoyZIdsjf3TyPpWLLZOszqCMA966W4j+VWHbg1Su48bJAOvyn+lZVKUam53YTHVcK37PqYn2Zx/Bn6UeWR1RvyrTyfxpDg9qweEXRnpwz6p9uAmh3Fpp1xNfzsxuIU/wBGhGcO57sfQeldJDqFhd240m9u2uo2Q3F3dmfYu7rtUdx7CuZIUjoKheGNuqg/hVwpzgrKzMquNw1efPPmT+Wnbz8/U7bULNJNQsjaaXZPYtGvmXU4BUJ/dUZ6/rzVW48I+G3v5YUsraUqTLcfvWWSBCONqgc//XrkxblCrK7JtOV2seD6j0qeCe+tWneC6YG4/wBaWw2/6k81Tb6xJi6drU61req69dyteaZp8NwU02FzukPls+OUH8R44Gf5U9tNkRR+9YMGCEFPUZGO5zSl7kJtEURA6D5sD8M4qUXrK+94ZQdxfAYMNxAGeeegrmcVe7Vj2FWcopRkpfNNlWS0vIs/MrbW2tk7SDjI6+1RNNJGdk0fUZHuPWtH+0Y1hxueORWLxuynfE56kEcEH0NZ8zS6rqSpAnzSEJGoUDHvgdOcmk5tfCwjhadV/vqasutrfka+haBF4giuy/7iJUKLIEBIc9xn061LL8O50YGPUYpMDpJEV/kTXaaXp8el6dDaR/wDLH+8x6mrRrtjfl97c+Trum6j9lpHoeay+Dtaic7IoJV9Y5v6HFVW0DWYz82mTkd8EH+Rr1E49KAKozPMV06/T5nsblOMZMRp7RzqoD28w/3ozXpVIRkc80rAeWvG5x+7kH1Qiq7qxcKF4x3r027McULHywW7DFeYahq0l7qczRqDGDsTA4wO/wCeTRYLiYGASVzk8HrSC23PhZI1yORJKqA/QsRVHxBq76PYM8So906/u89F9Wx7dveuDtLG61aWSUCOSQEefc3Q3jceigev+eKVR8kOaTsNauyPUp9Iv0txL5BeIc742VwPxUmqJK4IX09K8/jk1HRNQkFlqD21zA21vIlIBP06EexrotL8Y/2rcC31KGNL4j5ZohtWfH95egb3HBrKn7a95WafVafgNuO2zN8BQxPOcVXIGemeeop32hJAue/TFJgM3OfqDW5JctWPmIN3OfpivHlkL3MshOd00jn8WJr12NvLiZ252Kze/QmvGYGPlA/7JNVAmRS3biT6mta1bEEX0rH7VqW5/cx/SrIL6vzTy9VlbkU8mkVch1Ft1hMPUD+Yqz4Y0FdQnWe4Sc2oByYwRjHGc96p3rlbORhgkY4IyOorsLCCLUrS1uEu7+G0htlWJLGXy/JlAxkn39frRfQSORvbGOx1qWGNiypINrY6gjPNI/Sr3iCZH1mNA4kljijSaQEfMw7/AFrPY0bjImqNsAZ7CpDUDZJPNAyvcf6wfSkhOGNOuB936dajj++R7UyWb+gk+bcL1yVb+Yr0DSf9UoI7dBXn2g4GozL03R5/Iiu90o7QPYms5blx2NjrjGfxoHTgcZoB796fGvOTnnoKkoaQQjM3H1p+iR7tZhPoCajnbbFz3qz4e51lfZDigCbxPEk2p26Nn5Uzx9RXm+mQ7RdRBeReMnufmavQvFE/l+IY1JIAjXP5muN0eHfrDJjh9U2/r/8AXp3JZ6lrZ2w6k+ekJT/x5B/SuA0S1VdSubg8tIE4PbC4/wAa7bWn3afqb/l+Mh/+JrldKX53x3AH6VCZVjULk9/yqvLnnkf4U859TTpBxk46c0AVOlIR06U9xyRgcDqKbyQRgcCqENA5OO/ao3OV3d6sEDZn35z0pCoZMEdutACWsiq45+9xmujtnEtsAT935TzXJgENmt/TZQSFPAcfrWc1pcqJpbTvHv6mmnAycjAHH+NSY+9jt+dNKnuPcisixox6EH6UoB4GKcefm45/WlbOTwPXOKAEx04Of50h5yTgZHFKBg9KBu2kcYPtQBHJyCT97OM+tYtxuMjcHjk4HSt18njPT5Rj0rGvo8NkZANVETON1iX7PrEMrj926bW9x0P9Kz9hhkeE4yp4+nY1seJrQy6f5yKS8J3cf3e/+fase2mOpWYhU5urYZQA/wCtj7/iP5V0x2MmWbabaQATjvWrb3JBzknHWsGGTdzgdOuOtadu5P0+maZKOw03UFk/ds2NwxUlzujcqwwRXNwhywC5zng1sww3eoQ7DNmSMfKCOWHpSKNLwtqtlYeLbAahsWK5LQxyP91JSMrn0zgj6mnat4q8R22q3Fh4j02z1GwaQrJYtb4Owngo38XHQ1z17Zebby2twhZJRh1PfByPxB5rR0/xf4o0iGO38201K3jwEF9GTIgHowOT+OaBHH/EvwRF4Y1pFsd5sbqPz4N5yVGeUPuP5EV55MhYFv4h1969Z8SaxqHiK6W41IxllTYiRrhUXrxnn8TXnGs2BtLnzQP3bnjHY1aZLNzwNe/bYLzw3Ow2XKtNaH+5MByPoy/qKyr63N9aSpsEc0EhAQdAR29az9HuW0/X7C6Tgxzo4x9ea67xDam08X3Sov7m4y4wOmOf5Unox9DkrO6jMGx3dJlcfL2I9QexFdPpusXMO1XJkUcbowCT9VOMn3H5Vyl1KTdzxy2EQ3HjAIcD1Bzz/KmLLd2jbFwwB4BFN6iPSW12FAu5gMjo0boR+YqJtUfUH2xKzHj5gpVR7kmuQXXbyAKkto27AIOWHB6H6VLHrd9OQEh2+hNTyoq/clvZhqHiGS4hASztvkjXsOMAD8K0YdMkEQuZkIiA3BSOXNFFV1Ei9YCTaXuI22O25s8Vf1zxBNp+k+TbOVuLlSiFTyE6Fvy4+tFFML6HP+HLDdMLhxiOLhc92rqjI0oCuzHH3R/SiikCKUkhLMMY5x06VTaVi+1SfmHfpRRSGRSDKHI96imU7AcY5oopAQXt6tpZrGOZX6cdK6bwp4buIgZJYyb2cbpCRnyk64/x9+KKKbBHreiWlzY6esUMkhUA5DxL37g/41ptJN5HkNZIwjXCnYTt9/eiikBWklYwRQJE6Rod78cufWrU00F/dGN/MgtzlwSMbn7E+2KKKYEU8pFgtmJDcMGzv2nCj0GearG3ZoWXYckZHFFFICk0ZMJ3AqCOMismabzEMaoTz94/0oooGittb+6fyphDeh/KiigYnlsT90/lT/LOQAjMTxgDrRRQBcg0meTBl3RL/dAyx/wq+mn20PLQb8f3yTRRSAqanax290qRRlMpuZOfl9P0qntY9VP5UUUAI0ZbjyyxJwBtrqPDnh02sv2yaArMRgDH3R/iaKKlxTexoq1SMXFSdmdIUbP3W/Ko9j5+4fyoopmQhjb+4fypPLYdVP5UUUDAo/8Acb8qjYOP4W/KiimDOT8X6hJaabIIywlb5E4/iP8AgMmvN49RTStXsIZ7XzoSQ8qHPzoPvAHtgUUVVOKlNJibsjnNXebV7maZFxukyidlXPC1Lafb7OwitobLYyytK0kjcFjjBx7AAUUV7OLy+hWcVNaHPSrThdojWxeBJJCS8rnLvjqayZLfOo206Da4lBBA+9zg0UV018PTjRcEtEZKb57nSbpomOD8ue9allIzqecH1FFFfMo7xmpatd6ddzRG3DWhsZXDsm4MdpH4HkV5dGNkBHPyp/SiitIkSM/nafpWsqhHCLu2gD72M9PbiiiqIJ8kvnAGT0AoJOT160UUDIL3myk+g/mKveH7W8vrLUI4JogLO3WfY7EGRSwU47ZGR+FFFJ7AZk0MlveL56SpM6oziT3/AKdMVI2aKKYMjOaifgnrRRQBDcnISoIj+9HuDRRTEa9ncmzuPOVdxMTLgDPXBzXe6DNLLZwvLHtc8n5efaiis5lxOjCk4+Xr6ipCXjj80Q+bs+Yx4+8B1FFFQix+q3Vhd2sDWdsInM0pIVSMR5GwH3xmpvC0LSapIQCcADge9FFMRB4mt5ZtXnYRlguBwMkY/wD11zXhyHPiSzXBw2qMfyYUUVIdTt9aLf2LfOFOGZB09fMP9RXP6dG2yTAPJwOKKKkpmj5TQ4laIyBCGKEfeFWr+fTrgbbKJUlNxIQqAjEXGzP60UVSEZkkT56dKZ5RxwD680UUWAvaedNTC38XzPcRgM27asfPmdPwqoAkrSGBW8rcdmTnjtRRTEVZ42RuQ2T7VYs2cNtw2V5AxRRSew0dNGTLEj8kEY6VJ5TlgoTtxx1oornZoIYnxuCHBOAPT2pRGy9UzzzxRRQA0o2ejZHTilMfzYQE8dxRRSAQo2OUbNVLqBpEYlG/KiimmBgXNuRuVkPToRmvPtTsZtG1FXh3LGW3wuP4T6f57UUV0QZnNGxZmHWVaa2ULeKN09uo+9/tp6j1Har1tFnGQfyoorQg04rc8EZI+ladlvidSAfyoopDRtvbLdID5eGrW0230jT/AAvNqtxp5v5klaIxKASGDbdvPA9cmiikDMA2egeL55LOxsrjRNbVS8dtOP3cwHoRx+I6eled65pMvlT2lxC0c0ZKsjDlWHUUUU0ScRYWUlxq9rb4O8zBTge9d54strmae5vLUSrNbsskTx53DAwcH6UUU5bjijkn1eaaOIG2tgyLtZ1Qgv7kZxn3AFF00q2sFwfs0iTZA2j5lI6gjPFFFCAqPdOyKgggXb/EqHJ+vNLHqN1FgIyL/wAAFFFMD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2" name="AutoShape 10" descr="data:image/jpeg;base64,/9j/4AAQSkZJRgABAQEAYABgAAD/2wBDAAgGBgcGBQgHBwcJCQgKDBQNDAsLDBkSEw8UHRofHh0aHBwgJC4nICIsIxwcKDcpLDAxNDQ0Hyc5PTgyPC4zNDL/2wBDAQkJCQwLDBgNDRgyIRwhMjIyMjIyMjIyMjIyMjIyMjIyMjIyMjIyMjIyMjIyMjIyMjIyMjIyMjIyMjIyMjIyMjL/wAARCAJYAy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xS/G6G3mHoVP8xVm3ffbx57HYfx4qsP3unSL3TDiixJaKVM84yKQEzDzbNc/ejyPyP+BH5V7j8ONTOo+CrVXZS9uWgfgdun6V4nHjzZVPCllcD/eGD/SvQPhBqGy71TS2b7wE6A+o4P8ASpaGjtpcpK6nGQfQVCznPb8hV3Uk2XZI6MM1QbrUFmtpU5EoBxyPQVPqAIkzxg+wrKsZNkqnPRq2b4boVf2oQilE5DdvyFaUEh4yBj/dFZCnDVfgemMntWIt1Q4zGTGeB2P+GKl80ebHFlfMlOEXA5qCP5bqdOzbZB+Iwf1Fc54zt9Sls3bTWfzzGpVUzucKxLIuP4iCD+FDA6LU4Fu7DUNPfaJPLZHTAyMj/PNZnhW8a78LWDvgyInlPwPvKSp/lWH4V1bUVRYbu3uY1N1HbqtwG35OQwJbnA61o+GAba61vTT/AMu94ZEH+y43fzzR0GTaypE6tgc8dBVCN+e35CtXWkzbq452/wCf61iK2DUPcC6WGBkDr6Co/NRJrjCjHy44HpURf5Tk1W84Oz4PVz+nH9KQGnDM/wBjkIyF8/kYQKcqP+BN06Vt6HcgjLRg/gK5u2B+zXLBWIDRksEXjqOWPI/Cus0q1CRqKaEzea8hjtiTEOfYVFYXKPKX8pSD04FZmpTb5o7aI/Mxx/ia2LG3WOJR6CrEbUV5GAB5K/kKk+3J2iqiNoFLkYqrk2Lv9oD/AJ5frTf7RH/PIfnVIkUhIouFi7/aJ/55Ck/tI/8APJapZHpSHHpRcC4dTf8A55rTf7Tk/wCeaVT79D+VIQf7p/KgC4dUk/uJ+VN/tSX+6n5VUweysfwo2t/zzb/vk0AWjqk391Pypp1SfsE/75qrsk/55t/3yaPLk/55v/3yaBlj+07j/Y/75FJ/adx6p/3yKr+VKf8Alk//AHyaTyZf+eT/APfJoAsf2lc/3l/75FNOp3H95f8AvgVD5E3aF/8Avk03yZj/AMsX/KkBP/aVx/fX/vgU06jcf3h/3wKh8ib/AJ4v+VJ5E3/PJvyoAlN/cf3x/wB8ik+33H94f98iovIm/wCeZ/Sk8ibP3P1FAx5vZ/7/AP46Kabyf+//AOOim+TJ/dX/AL6H+NIYpO+wf8DH+NIBTdzf3/0FIbqX+9+gppibP3o/+/i/400xn+/F/wB/FoAU3Mvr/wCOik+0Sev/AI6KaVA6zQj/ALaCkwn/AD8Qf9/BQA4zyeo/75FJ5z/5UUz933uoP+/gpCYR1u7f/v5QA7zH9v8AvkUnmP7fkKbvg/5/IP8Avuk8y3HP22D8z/hQA4yN7fkKTe3t+QpnnWv/AD+Q/r/hTfPtO93H+R/woAk3t6L+Qo3t/s/98iovtFmOt2v/AHw1H2mz/wCfn8ozSAfvb0X/AL5FG9vRfyFRG6s/+fhv+/ZpPtdl/wA9pD/2zP8AjQFibzG9v++RSb2/2f8AvkVCbyy/56Sn/tn/APXpPtln/en/AO+B/jQOxPvb/Z/75FJvb/Z/75FQfbLPt55/4CP8aPtlr/dn/IUAT7z/ALP/AHyKN5/2fyFQfbbX/nnMfxFH222/54y/99CkFixuPfb+Qo3n/Z/75FV/tsHaCT/vsf4UfbYu1u//AH3/APWoGWN59vyFL5h9R/3yKrfbE7Wx/wC+zS/bB2tR/wB9mi4Fjefb/vkUvmH2/IVW+1ntar/30aX7W/8Az7IPxNK6AsBz7f8AfIpd59B/3yKrfa5P+faL9f8AGj7ZL/zxhH/Af/r0XQtS2Jcdh/3yKdv9h/3yKpfbZh/BAP8AgNJ9vl7/AGcf8BFO4y6W9h/3yKjb8PyFVv7TkH/LS3H/AAFaYdVkH/Lzbj/vmi4Esg4P3fyFVWJU9Bj6ClfV273kH5rVWTVwet9D/wB9LRcLFkP9PyFSLIT2X8hWU2rxjrfxD/gQpv8AbUI/5icQ/wCBii4jbDnHQf8AfIp4Zv7o/wC+a5869AP+Yon/AH8qKTxBB/0FB/32adxWOoDP/c/8dqjLKYldCACHb+EdOv8AWudbxBET/wAhNv8Avs1CmomXdIJ2k3sSCSTx0/pTuNG1JP8AT8hUKSF7uNcD5QWPArNN0T1NXNMzJLLIecALSYyxrN4bLQNRuhjMVrIRwOu3A/U1jf2W8XhjSU8uWSGK1eCdIVy+2RQCyjuQRU3jBifD32VT815dQwY9QWyf0U10KL5aIg/hUCpvZDOP8P8AhW2tb6a63XVzKD5aXU0PkosXcBCMlj0z0FdmXOScL+QpCSepzTHb5DSbuAIxyOB+QqbeQD0/IVDGO9PJpAMLFpVGB19BTblyZFTj8hSxcyk+lROd1wT6CmgHlzk9PyFG8+g/IUylqhFq3YiNmwOTjoK1j4Ws5StxIW+0OFdzx94Dis6zj3tBH/eYZ/E1132xiT8wx2yKlgZP9lSD7jj8qEsrlXUAnr7VsC5B6oh+nFPSWFnXKEc9jSsx3PiuxYF2jP8AGMVHZnyroKc9SppEzb3W1uqnBouP3V8zDuQw/GukxL7DbIvujJ+I5H8hW34M1D+zPHljKTiOdtjfRxj/ANCA/OsN24SX+66t+B4P8qZLK9pLbXK/ehfbn6HI/lQB9GarHmONx/CSDWO1bEc66jokVypyJYVkGPpWSw4rIsbC2166IHzrEHrxXNfdcH3rf0x99uyelAFE8PVq3bpVeddsp+tPgbBpgXydt1A/94NGf5j+RqSSOOaMxyIHQ9j/ADB7H3FQSbniBQZdGVwM9cHn9M1NJI0eS8Fz9BCSf0oAgSwiF+L6WW5uLlRhHuJi+z6D+vWsUf6H8QnXol/ZZ+rRt/g1a39qRhygstUYjqVsZCPzxWBr96Rq2i34sb+BYbny3muLcxoQ4K4ye/Iosxm/fp5lo698VyXmYrtJUYqy7Rkj++v+NcNd5iupUI24Y8E5/lUtDJGmJXrVXTpsKysiMVYg5+tQtIdvU1jzu6Ozqx5ODmiwHbRgSR3JSEFhCGGyDeRhvUnA611NvrE6QBk+zA7R1UHtXnXhWR7i6vInUSZtyQDEX6EdgR+ZrIkmuEuZEDlQrEAbcY/DtQB6fbanINSM7PBvIxkgYFdHFrdxsH7+2H4LXi9uXcjLEk1pxImRuQH6inewj1j+3bj/AJ/LYf8AfNMOvTDrf24/FK87FrbdoI/ypywW8cisbeIhWBIK8EZpcwWO/PiGUddTtx/wJKb/AMJE/fVof++1qJtK0rLAaZZhZVyh8lflbHTpXinxMlutI8XhLK4ktrae0ilWKI7VB5VsAdOV/WmpX0Bq2p7afEjf9BeL/v4tNPiQ99ZjH/bQV8yjWNT/AOghc/8Afw0f2tqP/P8A3X/f5qqxNz6XPiQf9BpP+/lNPiVf+g1/5ENfNP8Aad+f+X66/wC/zf40f2jfY/4/rr/v83+NPlC59JnxGn/QZJ+jmmHxFH31Z/8Avpq+Zb3Ub9VRlvroZJBxM3+NVU1K+LfNfXJHvM3+NHKFz6h/4SGHvqkp+hf/AAph8Qwf9BGY/g/+FfNAv5sc3k3/AH+b/GkN6563Uh/7atRyhc+ljr8H/P8Azn/gL1Gdeth/y+XJ/wCAPXzWbs97h/8Avs003A/56sf+BGlyhzH0odftf+fq4P8AwBqjOvWf/Pxcf98NXzaZ1/vn8Sab5yZ60+UOY+kjr9iDzPP+Kn/Gom8Q6f8A895fy/8Ar185eZEeuPyo3w+i/lRyhzH0UfEmm953/wC+l/xqM+JtKHWcj6yJ/wDFV8774f7q/lRvi9F/KjlDmPoRvFOkDrOv/f2P/wCKqJvF2jD/AJeI/wAZ4/8A4qvAN8foPyo8yP0H5U+ULnvh8Y6IDzcw/wDgRH/jUbeNdCH/AC8wf+BCf414N5sf+RR5qf5FHKHMe7HxzoI/5erf/wACFpp8eaAP+Xq3/wC/4/wrwrzV7CmmQen6Ucornuh8f6CP+Xq3/wC/v/1qafiJoIH/AB8wf99t/wDE14b5g9KPMHpRyhc9uPxH0If8vEJ/F/8A4mmH4laH2nj/AO+ZD/7LXim8ehpN/wDsmjkQXZ7SfiZog/5ar/37k/wqM/E/RuzZ/wC2L143v/2TSbvY0ciC7PZP+Fo6V/CGP0gb/GmH4pad2jl/8Bz/APFV5DCTlqsDpxS5UF2epn4p2faCb/vwP/iqYfipb/w20/8A35X/AOKrzCihxQ7s9MPxUj7Ws/8A37T/AOKpv/C088C0m/FUrzUVLCIzMolcxxnILAZxwcfhnFLlQXZ6D/wtSTtZz/mn+FIfijcHpaSj/gaf/E1Vb4aXMUdmz6vbn7SwUBYGO3I+vNW5vh3oWnuIdU8bwWtxjPlfYWJx2P3qic4QV2XGMpO0UMPxPvT0tZP+/q//ABNOh+Iup3UqxxWr8kBm83hATjcxC8AetSw+CvAmD53xAmJ9ItOb/wCvW3o+n+AtEgnii8V6lOJiC5GnsD0xj7vTmkpwkror2NW+qf3G1KrxOVfxjoo9xfA/yFNLWoXMnjnSQfQXDH+QqCJvhhCMD+2JfpbFf/ZRV6PVPhpCONK1STj+KI/4ila51+yj2f3GJqWqxWqR/Y/EltqEzuF8qCSTdjueRjitvTY7C706Ke61C/WVxllW4wB+lZGu6r4KubRo9J0O/h1BjiGeU4VOcnI3HtntVP8AslBaRyPNhnXIXJqbtSsb1KNNYZS5bO/X0NXVLnTbQhLe5vWb/buSf5VDbsk+wGSfLdf3zf41yN4kMb4yAwbiuj8POZ7tR1AxWdWUlscsIxfQ6E6Xa9D9ob389q5bxhcro7WSWZMTS7mkLsX4HTr9a7grzXnnjsvLr8MShf3UA+ZugJP/ANas8POUqlmxVoqMNES+FbhtX1WSO43ywRw7iHTZk+2K7IaZpaHfLZxeWvLFmbp+dcz4Dilb+0J5Jlm2lY1ZenuBXUajxptxx/yyOaKs37SyCnFcl2c58T5LLTPDmnXmgxRWkj3JSR4hnepQkdc9xXN6DJeatokcn2kfaMtl3Uc4bv8AhW3481XRdY+HEZsblVurW4h3Wsi7ZFGCpOD1HPasHwVY3mp+GZUsFYXEVyVMgJ+VSM4wB7V2x+HU5HuaFzo15LcM8WozwRnGIwcgHHPOPWlfR5GsooTfXAmR2Z5g5y4PQfhWn/whmqso87U51J6hYT/jUq+A/M+WS81SZ/RAFH60XQGVpWlG1uZpZbqa5GzaFlbcAc9ee9WLyJAx2oo74Aq2ugHw7LJAzzsZsSbZmyVA4qhNFcLqU8sykQyRoIDkEEZOfpz60t2MqlR6VGwGelSuNpxUXU9qBiJF5kgT16/StqFgqBQq4AwBjpWXYsksPnocq4+U+1X4zg0xdS5vBHGR9DW5pKD7FvV3BY5OVBrnN3pXU2KeXZRL/s0nsMx/EMUl7rug6dFdvE2+S6L+UrFdoABxwD1PWtf7HqnfXiT6/wBnR/8AxVZkP+k+P7p+CtlYxxD2ZiWP8xXQ7lJIDAlevt9fSk9BlaK3u1wJdTaX/t1RP5GpmUKq5lldiejAAfpUlROf3i+wqQJUHFKx4pF6UN0zQAR/KjNVZDkufwqwTtt+e9QIMRj3OapAxaXqcCkp0QzOg980xGvpse69Hoik/wBP61sbB9Kz9HQbJpCRywUfzrU2moAaFJIAJqZI2SQBjlsjA6VPb25VPN3bW6jIq3GcupJU7jxxzVqImz4hvhtut/8AfUNTbv5khkx1G01NdjfbRP3U4J+tRn57Bx3Qhq2MyaM+baYPXaV/Ln+lE/720lHU4WT/AB/rUdi42sp7HP4VNGPmEZ6YaP8Aw/nQB7R8MdR/tDwVbxu2ZLZ2gb6dv0NaksZR2XuDivPvg5qHl32paY5/1iCZR7rwf6V6TfLtuCR0YZrOW5S2M1xg1p6TLiXb61ny9KfYy7JlOe+KQzSvl2yVXibDVevhuRX9RWcpw1MDUjAkRkPRhtp1tK72sTMzbtuDz3HB/lUMDU+3+V54/wC6+4fRhn+eaBlnnPU1ieL7ZrrwtfKn34081P8AeU5H6ipNZ1yDRAs13uFsoDyFRlm5wFX396LTWbHWknW3cG3lOxEb76ZHAPYj396LjLNjcre6fa3a/dmiV/zFcrrsXlagSOjD+XFafg+Rh4fW1Y/NZzSWx/4Cxx+mKh8URf6qUeuPz/8A1UmLocy3eqTpukkQ96uv1qs3+v8AqKQFzwsv/E4ZCFYNE6EbS/O3I+UfTvxVC6j2X867cYc8bSMfgauaGjR+J4WEask6hDlWY7ueMKcmodQjMepzqV2/NnG3bj8KAsSWnDgnsafpQnjtmjuRIGSV1Vn/AIlzwR7UyDirqnigZ22leH7e/wBMt7trudN6/MBGuAQSMZJ9qtf2BpqjE17OoI5LPGv9a801Kyt550lkQsWQD7xA49s1Q/s2y/59oz9Rmny3JcrHtkl9pUESxtfWrALtJe7QYx3rxz4yS2Fxq2jSWF1b3CrayI7RTCQg784OOnXj8arrYWfQWsI/4AKxfFVpFHZ20sUaptlKHaMZyP8A61OMbO4nK5zFOpAKcKoQYpaWgCmgK14ubfPowpEsomQNufkZ61PcLutpB7Z/KmWxzAv0piGfY4fV/wA6DaRf7X51Y4ooGV/skfv+dH2SL0P51YxSUAQfZYvQ/nR9ni/u/rU+KMUAQfZ4v7v60eRH/d/WpsUmKAITDGP4KTyU/uip8UhoAh8lP7tL5Sf3RUlJQAzy0/uijYv90U+igQzav90UbR6D8qdRx60AN2j0H5UYHoKXI9R+dGR6j86AE2j0pMe1LlfUfnRkeooAZjikwak4pMUAMj+81S4pkY+ZuKkoGGKMUUtIBKXGSB6kD9aWnwoZLmFFGS0ijH/AhQB7rcf63RU9HH/oNZ+u3lrHrcgl0W5vGEa/vI7hUH0wRWhcH/iZ6SvoWP6VQ8ReMdX0bVF0+wgsPL8sP5ktsHfnPU5rkrJ20R34KMpVPd7d7FSPUYmQiPwjcOeMb77j9FrUbxFbwhV/4QLT4mI48++OT+YrOsPiV4vmka2sJbWVx94paIqp9TWbqEv2y4N14h8QS3V2eNlugbHsCeMfQUQhyq70ZVTEq9rfizoh4okXmPwp4cT/AH7gtTh401LKQw6D4YDuQqJHGzkk9AOa5BU0nOUt9UdfXOP6VMkGhTfIbzULNz082MOv9DV6GTrr+X8WbHiqTxKJrSDXNHsLCF8yQm2gCFiOCCQT/e6Vo6np4zaxjI2xg8H2rmdRtdajt451vH1WzgHyvHI0hjHuh5H4Vc0/xQmrXMYmZUkC7cZ60cut0a1MVGdGNO1mmy3PplqYDJdbtinkgc02wbTdNmMlpPcg+jRgj+dWNSWcW0jsD9nYAD0zmsdLRXQSbFx67sUmk9zDma2Oj/4SFc/fl/74X/GsW9FjfXz3cs9yXcAFfkxxT9Oi02O9xqVrLNBtzi3cBs9utXtWOgNaiPTtIu4Jc5MtzKCuPTFKMIx1RMpt6MrWWp2+mxvHblwrNuOXUfyrU0y9/t24ksGJjjkTmbdu2/hXOG2jEfmbItgOM4FbXgtMajJjAG3kAe9Dgm79Q5mlYb428GaRp/grVLmCS6mu4EV1kkYBfvgHgexNcf8ADrxVeeGbK++zBHhmlXzYnGQ2AcH1B616l4vXz/CetxDJ3WkhH1Az/SvDPDjbre+T0KN/MVrHWJjLc960jx34c1dSl0Dp9xjPmO25c/X/ABFdFb3du8Eb/a42aRcxlP4/Q8dM182TDn3q3H4x8QrZpBHJGIoV8tGVcMVHqalx7Gc03sek65e3d5qTNewLBNGgj8tZN4A5Oc++aw7jHB70+F5JLG2knOZniVnOMckVFKfkNM1SsrFOXls1AyMyMq43MCBmrB5FEKZkz2FMY62h+z2sUGQdigEgYye9WVplKKZJOnzyKn95gK7GNeET2Ark9OTzL+Fcd811M062tvNcscLDG0h/AE1MijA0W9CXGsanjc13qn2eHuMLx+PCH86w7TxdrOpeJGWAjyJZWN3axx4EcQP3nPY57evFb/hvTI5/BdnDOXSSQ/aBIhwySE5DD35rWhsCkm+e4Ex2gFUgWIPjkF8ctzz6ZodgRbjL+TGW+8VG764pp5lP1xUmcnJqJfU9zUjLIpsnpTk+7zTesgxSAS4O2PFMxhVHoKdccyKtNc8nFWhDSalthlmb0GKrlqtWykQ57sc03sBOniKLTR9le3D7STuz1zVu38X2QYFrOTHs1Ptra3SIO8EUjSdfMAPT61OLSxlDA2UA46hRUDJ18bWB+9BKB+FW7PxJZXs6xwW88j5zhVrm1g8POvFxH6Z8wirNtpdhuWe1mk4PDRyVdyD5ZUCW0lTvt3D8KhszvLJxh1xW94gsU0rxRc28aMlvJiWJWGCEYZxjJIwcjk54rnosw3W3ptYitiBtods209xg/WrLEqzEcEMr/wBDVeceVfMR0zuH0NWXGZAP74K/1H60AbHg+/8A7J8e2MxO2OSTy2+jjH88V7tqK/Kr/wB044r5suJGQW10hw68g+4ORX0ba3S6r4et7xDnzoFkH1xzUyKRnSHNMiOHpznNRjhhUDOiP72xB9KzDw30q9pzeZbMh7CqUw2yGmhlqBuKsZxeIe0kZH4qc/yJqjA9WpGwkcn/ADzkBP0PB/nQBW1vR4das2hmQupXayB9pYZzwezAjI7djWBpHhf+zL+O3tDfvD5ySy3F2ix7VU52AD7xPTI+tdkM5o70hnOaR/ovirXbI8LKUukH1G1v1FWtfi83THOOVGR+FVdTH2PxppV1jCXUUlsx9+GH8jWtdp5lrIh9KGJHn79BVeQYkQ1adCNynqpxUEq8KfQ0hk9iduo2rEdJk7E9/QcmjV4TFrE6FNuD02bP0ycVGOGDY6EGr+vQeXrEoCbAeceXs/TJoAox1bXoKrxrVlRjFADLzm3jb+62Pz//AFVQrTuRusZP9nDD86y6pES3FrP16AXGiXI/ijAlX6r/APWzV+myRiaGSI9JEKfmMVRJ54KcK1dP8Ka9qF1HZ2unNLcODtUSoN2Bz1NXtR8CeJ9Is2u7/STBAgyztcRnH5NTukUk3sc8ME06pBLP9l+zC0JUvv3hPm/OmLHOxwLeXP0qeaPcv2U+zGsN0br6qRWbBdeUm1lLDt85FegW3wy8W3llFd29jatBMgeN/tsfIP41peFdC0Kyvrpdc+xmSMCOS3EZk+cdQCB1B64+lPmSRHK72POUmjcZKD/v6afvi/uL/wB/D/jXqY0+ztbuZBo1pLbyA/ZpXsgH47bSBk+9ZV/p1qNKtZoLeFWEYLssQyW9CMUucfKcCZYv7qf9/G/xppniB+7F/wB/G/xrr9NsXu3UXif2faxSbpbqSDcNuOmAM59K19d1bT1aC00bT0e0ZI3knNmolYLxngZCnqf1quYVjzjz4s9If++2/wDiqPtEf92D/vpv/iq+gZYtKQKDa6em5Qw/0dM4I+lUbeKyu57yWG3tvLiAiTbCoBPVj09eKXOFjwo3EfZYOfc/4037Qg7Q/kf8a+hBZJOyBLaAYA3MIVwo9TgdK07jTV0u7a1YW8qhQyusa8g/hxS59R8ulz5o88HosJ/4Dn+tL5o/uxf98V7p4guLSwRJZmjiBPy/IOfrx0q9Bcxz2Ec1vJG8RIwyLnP5U+cmx8/AswyEUj2ioxIekRP0h/8ArV6B4vzH4vuSON0asAOO1esLI1rZWV5AzGNIFWVQf4Mf0NLmL5dLnzSIbg/dtpD9Lc/4U8Wl8fu2dwfpbH/Cvp9bmTqsrEHkEHgipVnmPPmP/wB9GjnFyny8NO1Q9NPvD9LRv/iaSTTNXjiaV9OvVjUZZ2tWAUepOOK+pPPm/wCekn5msnxS8svg/XIy7kNYTcEn+6aOcOU+Zttz6N+QoCXZ4USE+gxUeBt6DpUkNyLWVTt3A8ECrIJjY6qrYa2ulYdipFJ/Z+p94LgV1w1KPVV+2FJInk2qsZG4EKoXO76jpigjNZubR208NCcbpnJf2fqZ/wCWM/8A31/9emnTdTP/ACyl/F//AK9dU2EBJ6U3yhGdmNjDnaTRzsHhoJ2uc1Jpl/YwRz3cDpFOSsblgQxGCRwfcVFXax6dbarpiw3U+zyJWaJA+3cWAB57dBVKfw3p0O9RcFpFTlPMJO49MEcGj2itdkPDtu0H/mcyi75UTcq7mC7mOAM9z7VLeW/2O8ktjKkuzHzoeDkZrWTw6pHM/wD47Ui+F4enntj2FZfW6Xc2WW4h9DAq5pS7tWtR6yr/ADFdlfaJ4ae3to7TSZYJ0RftEjXTtvbHOBngVmS6NDBf2A06Hy5mnGXyWwB3Oa3TTV0cLVpWZ6XOR/benKO0bn9BXL+LUlvvFCWsTeXELcPPN/dUEj8615bbUn1u1j/tELKIDh1gXj8DVDXEMl5FAZC7yqBNJjBYKTWT01NIycb26lCJftFuLezzaaZHxuUfNKfX3qzD5FqMW1uiH++43Mfzp7HCqqgBVGAB2FRVncRIbi4Y5Mz/AIGnfaZWTZKElQ/wuoNQ0ooAEjktpRcaZI8Mq8mItwfoapatZpq1tJqdhGIdRh+aeFRgSY6kDs3860lxx14psp+z3Md9HwchZgP4h6007MCHTNeOq6IkErZmiYZ/2h61ZVogoGH+gIxXORxDTvFtzboMQyfOg9Awz/PNdIrS4wGUD3xVtFRd0bfhVNYN9cS6LeWtuyoFf7SydD3G7+lTeKptaP2ePWNWtb0HLIluyHZ9doFZekHQHab+27a+lkDDYbUqAR75pNVGlCaM6TZ3FrDt+b7S4LMfbHajoL7RntKREU5C9etdH4ITM1zKeyCueuQRbJ7jv3rq/B0YTTrqT+8+PyqSnsXdfkzo14hP+shdPzBrwnw0cTXiHvED+RFe0+I5cWTJ6g14rofyandL6wuPyIrSGxlLc0pxyaSGHcgUD7zYH41I4yea0NNtS13aAjgyBj+HP9KAOnnIXCDsMD8KrMcrinzvukb61XnkMVtLKBkopIHvSHcjqdBtXp1qnpvmyWMLTtukIO5vXk1oGgBlKKKKYjV0JN16zHoq1f8AEYmfw3fxW4Jlmj8pQP8AaIB/TNQeH0xFLJ6nFXtROYY0/vNn8qlvUpbDrO6srewt4VuEXy4wuDnjiphfWrH5bhD9M/4VjGMdaI0/fMB2OKQG4J0YHaxOR6GnxjJqpCOBV6PgUhj+gpIuXJ9BQ3SmxnbGxoAjLbp8nsKYzHNMDfePrTcmrELnmtJFCoilgOMZ96zYxvmVfU1otzNCSjNGj732jJAHSkwGeJPEi+HEtYEgWa4mRmUO21VVQMkn8RWpp+pR3+hwahJCYFnTJjPUZ4rm9S8SeGtUlEc1/ErxE7GliPyN37Vp2fiPRNTs9j3sMQjIBUNgDHp7UhXRKdL0F02+Wyj/AHmrRsks4Yo7W1kGxTkKefeqSSaFL/qtVtz6YmWmX81jpel3d7DeRSOkTBAJFPzEYH86Q0k2eQ/EOyjntbHV7Vf3QAGdm392/K/LyRhgRlmzyOK87vOLkOP41DfjXqHh8p4h8H3OkzN+8QFB34bkNgY3YYA7mYAZrzO7RhAm8Ykjco4HOD/+sV0IzZFfDIhl9V2n8KeXPlRyA5K8/lSSDfp3HWNgabAQ1sy/3TmmIfMg+zSqP+Wb7h9P/wBRr2T4Xaj9t8HJbuctaStER/snkfoa8ehG8AH/AJaRlD9Rx/LFdr8IdQ8nWL3TnPE8W9Rn+Jf/AKxpS2Gtz0KVTHK6EfdOKjNXNRTbdbv74zVKsjQ09Ll2zbexFPvU2ymqNm4WZT6HFal8Nyhx3FMTKUR+brV9MPGVYAqwwQe9ZqkhqvwtTEh8i4XILD/gRrFuZLhdRZBcTBGiDBRIcAg4P8xW4/K1kXkRNxbuOzlD9GH+IFIopSxszLIztI6cqXOSp9q6EOJoQw6OufzFZJt3q/ZEi1RD1jJT8un6UAclqEXl30y+pz+dUJFzGfatzXotl+HHRh/n+dZBA5HrSAjxmP8ACtLVY83SNsCb4kbHlhOw7An9eaz4xlAPwrRugDHZMFA3W65IVB046Lz26mkwMSa5uINYsol/1EqlXX3zwfwrUxVO804Xc1q4lMbQSbsgZ3L6foKvEZOaGCJY081GjyPnG0E9Oa0T4A1ZXVZZrKNicDMxOf0rPhHBBrrVPja9jing0+yMDLujllvMbl7HAXj6U07CauZC/D29Mwik1CzVyMhQGJqaL4dyNK0TarHvX7wWA8fma6Cx0/xDKlx/a91aW8mB5DW1wzYPfdkD9KmtNOktomN/qcd1Ie/mFR+WaXMwsjE0vwlbaTqEGoNq0haCQ/J5GN3BBHr3rR8Wo+o+EtSjtYZJEWEuxaBsADnIOOvFXJb1o18uHUI7faRgxMoOPc4yfzrOkn+0wXcOoasJUlBRSZSfkIxyM9aiTbLg+Vpnj0ecHB6inrklc9+K1J/Dl3aSFFmtZo1OFkSdRuHrg8iq409xIsbXNojE4AM4z+lea6VS+x9KsRR5b8yPSPCOq3I8JWMMWntKIi0RlaYKv3j25PGar2R1CDU7uGO4gtlaVmIRS/JOeCcVP4eQ6D4e8maCWdzI0rMgAC5xwATk9PSuYv8AWbW/1+S8tpp47by1VySQpcZyBjqa9OCbSR85XcfaScdrlbxLbarD4jS5j1FjEsWHZuGPPQAVjfarwXciT6qLW9ZcxzyruDjPXJzz71b1MajfXDf2c0f2cqAWkJDbj7mqTeGL63WBr8S3cgGyK3WThVJ9fr2Fa2aMo2k7XOd1DStf1NZ5Lu++2sHyD5+Tx6r6Y70eFbjVrfUozotx5F2VZGfGfk/iHPausSwtLmz82FSl1E5Uwq2TgHHJ6H6Vy9pbxWupySz6naWavI4aMMzOoJ9FH6E0udNGssNUi12Z6lqUitdw6fMWW9eEZntkEgTjqyjjHuKWzsp9Pjktv+WflgRyjkHnr9fY1n6ReWlnps11bTtLARua4aMhpCPqOnpWDZa94oOsJDYwnUYZG+dBASJAex9/eluRZReup6Vo19LYO0mwSB4ijIx4P1qJQUyT3pIfB/im9ijkiuodLjfl4ruNZJE/3WHP510EvghGshGus3iXPG6ZVXB/4DihKxLbbuzmzLao8jXLKrMMfvMbSvpzWLb3ElhpMn9lQwqplkwrpkBSeDj1ruZvAMNzGBLqMjEHjNRx/DiFFIGs3IbJIcRAlP8Ad7D69aYjyrxRbwNrKXV5cLG3kKmwDc7N34HQfXFd/o86Xnhy3CAW+yMBkDgkAdzj1qO5+EDNKJLfWVmZTlVuYz19c5PNNl8C6/bRqyWdnI8a7d8Em12H5jmgaZHYTQRxTQm9lKRyskfJxt6j8s1d8+0aTebqXPoC2K5O0N5plxJBewb5BIzSh8qzE98dh0qymozqQGtYSdx3ct07Y5osO50JayIwbmc85+83X86Zrmo2r+G9Vj3sS1jMo+X/AGDWHHqkmI2a0gZSxU4ZvmPYDmpJtTaKC6ll0uJ4oY2eWLLEhQCSOuDkd6LCbPBl+4P90U0ozuhVS3XoM064dZbiSSDdHEzEohH3R2H4UyKSSGZZd27YQdvY+1bGZ02mo3k24aOVGjUAhgQMdemO+Rg1pnmtu5gk1ry9VEcgS4t43AUZGdoG0ewxiqzaS0aSMzONgGRs6k9qwabZ6NCpTpxtcx5/NAVoZDG6tncBmrl7FJLeLLKUj3oHYKwIPoxA6H2ppgL3HkoN7AfNg9KtPpepysGQWgAUKA0wyMfhRqhTqU3JSRi3UE8hVrSLeFYfIw++B1yTxVrTbW9tbe8aO3SSwuWVzcHAKewH14rq9D8NXN3GYpBFKxOZH3Bgo9BnrXTReGjZma3gYQwzja0bRCSNx3OD0/A0paxcTBSSqqfmecx1PGuXXitibRfIvUwFltnYqQAYmB+pJFQ3kNvaSBLdnEvUq68pXmrB1Gz3HmlBLqVJuJ5FPY4NS2K51CMY/hyPzFV8H8e9XLCCRtQt5VGY1YK59CeleslaNj52UuaTl3OlTnxKv+zbn+dYl3H518smeiNj/vo1sQtnxDMT/Dbj+dY4bJRieqn/ANCNZS2Gis6MvbNREkEDaSScAAVakIA61TlOXX61mMfl/wDnlJ/3zSocsRggjqCMYqIDmpIvvP8AUUwJ1UnFPuIT9mYHvT4uoqaYbljUfxOBQBzGoBf+E1jBz8kKg4+hrddoVULtfGM545rBQtP4xvZg3+rbAP4AVuGSXHEy4x3IrRjgdD4buNctbGVtL1PT4IWfLLOY9wP/AALmsrW7m8udSd7+7iupwMF4tu0f988VZ01/Dgs4xfaFqNzeHO5opVCt9B1rPumhF8zW9qbeAPlLeRtxA9CaOgLcgvAF8tBJvyB+Fdv4cj8rQFOOXYtXPa3rSXljBZDTobd0fcXQ5JGOldXpy+Tolsv+xk0htnP+JZPl2/hXkekjGuXH+5JXp/iC4iZ8CaL7398V5jpRH9tXDFlVdj8npVx2M3uaxGTW9p0e24Q/3EJ/T/69Yge3VgWuFIByQqk1s2V1FNHLJDu4wnIxQCLW7e5PvUht4rmN4J5HjikUqXjXLLxwcd+cUyFe9W0XnpQOxUtoBbwRxA52KFz61LU0q7ahoAaaQ9KcfWmnngd+KBHTaQnl6dHn+Lmp7hPMlQf3RToF8u3jT0UVIBlyahlohjtVDhn6Lyaz7f5m3epya1LpvLs5m77cD8eKz7VaANKAcDNW16VWjHQdqsikA2Q4WmSHZB74pZDlgtRXZwoUUICHJ2D3oprHnFJmrJuWbMZnz/dFQanrP9lXast/FEDGVaMMpcd920nkcirNp8sTvjqeK1bjwvY6tayW9zYj7SCGW4CAkHHOSf5VLtcq3c8Zu9Kk3iSxv7PUVlyymN9khPoUPeu48J+AX+xrc61Z3AnkOVSOXbsX3xXW2vw70vTWS9icNcIQACq4zW5b215aFlhvPMCA8n3qlaxkqcU7o8r8XeC4re8g/s2zu3WVSXkiAcRn/arhr7RNYsJVElnMwJ+VgpGfwNfQwthNJmYROMYKsSM1fg02yVERLZGw3Kn5gPzpXB00z5k8Hamtjq8Ak/1Nx+5lGCRz04yM4PIBIGaPHOlfZdXnkRf3d2pk3Kdy+apw4DD5SehwCcbq5yB2eF1H3gMr9RzXoepEeKPA8OpoPMubZQWOMncowVz7p0VfTmtQWx5na4dZI/76EVHZMPN2N0YYNOh/c3WOwbH+FMkUxXzAdN2Rj3qhE8OUMiH7yMHH8j/St3wra6hp3im11FIGW2SX52Y4yh4OB361mM4sNStruNxIUIMgxwCOq+/BrVm8WX8bPHHa2aYJHKFv5mgD2nU1DQJIOx/Q1l1Z0a8GseFbS5GC0sAJx2Ydf1FVR0rE0uOjOG/WtwkS2IbuKwM4INbOnvvt2Q0wKR4ercDdKqyja5qSFvemI0Oq/WqF1wu7+6Q35HNXVPFV7hevpSKJ2VScgcHkVFH8s8i9mUOP5H+lSWwL2cR7hdp/DiklQpNC/bJQ/iM/zFAGR4hizDHJ6H/63+Fc8QN1dbqsXnWDgdRXJnoDUsBka4yPQ1fcqbKxAILKrLgMvGGPYDP51SX/AFjVe3ltMgTcTsmcY3E9cHpjA6+tCAjAzRinLSlcUAPhFZ2qanqNteG3h1Bo4hGrIhPT/JBq+k8aXMduxPmSIXXjjA6/zrM8QR6HHLb3WsTGHKtFG2GIOOe31oW4mc/e+IdZQ4F8CM8lmxWe+u6kxBbUOP8AZJ61rm78D97xWbPUxOf6VMmreB0AAmTA7fZ3Oau3kI5iXWL1uBfyn6ZpAuu3cXmwx6lND03xxMR+Yrq/7e8Fqh2zjfnqLVv8K3LL4padp1ulvaa1PFbxj5YltCR+op/INDz+y0DxBql1FbRWN/5khxulRlQe5Y8AVc8Q+AvEPhoW9zNCZoZWxHNC5yGHOCDyPrXfN8YrSUgTaxMyZyVWy2iqF58RfD2osrXt/e3DKeC8DHA/OjXsGliKw063v/AiyXU8o1J7dlKMW3lwTj86y5tRv7e1igt7KHMICbBFkrx7d60JPG3hGWBopXu3B6H7MePpzxWKureDopWlivNYjYsWwqEAfrVRbimrbiaTauzYj8Q3NrCsU2lRYCEHcrAkN1qjaeI7e3vXi/s4ZzvRhM2V46CoE8R+H4jmPWddB7ZhB/makHi3Rc5k1HUpMdC2nxn+ZqvaOy90v2dJu/M/uC4msnu47qK3W1kIBaRG2ktn7xxxmup0mHSJL6KXVbMSRkFhLDtJcen+zzzXJJ4j8LKzNL/aFwWPO+zX/wCKq6PGXhHcmbXVDGuP3UcSopx7BqzqtzkmlY3ounSpyi5Xv0PadI1LwkPLjjhgtXf7nn4YN+J4FdakSbQYyApHBjAAP5V88D4jeE/KEQ0m/wBgGABEnH61dsfizoWm/wDHnb63CB/ArLt/Ikikkzm0Pe/Jjzk5/E0vlxj+EV43F8etPUYfTb6X3ZUH8jVyD48+H5JAt1peoQp/z0Xa2PwzQK56sRlhjaFFBweh+tczo/j7wproAstbt1kP/LK4PlN+TV0gjZ1DRlWUjIYHikMRkQ9acG2DoW9Mda4zxD8S/DHhsSRSXn228Q4MFrzg+hboP1rh5/jzvz5OiyID6TDP8qLMVz1vWbTSbqzL6ssUajpITh1+h/pXkeo6JqRvZm0nXf8AQy/7n7RaKXx3yRWRP8X0lkLtoDO56s9xk/yqm/xWZumgj8bj/wCtTsx3RetL54Zr2w1K6i+024IDSjYGPqABXK33iu6sdOu4ov3zzr5Ts54VT1x70688Z2t7dvdTeHVM7/ecXTDP5CsrUtZsb7Tp7dNCjt3YbhMs7FlI579RVJCbNmy8IeHpdLtbmeW6WSSBJXVZehYdhipLnwl4cjsLl4RctKkLsm6RsbgpI7D0rnrPx3rFjYwWkUdm0cKBELRknA6Z5pbjx/rd1bS27C0VZEKMVi5wRg9TTsxaHSeCYdX1zQS0V/FbxWjtGAYdxxgH+tbb2EtsjSXuoPJGo3MI4gpPtmuK8OeKrvw7oqWtnZQSCdjLI8jNknJXGAcdAKvt8QNRfO7StOPOcsGP9aiUZPY6KE6UW3UV9PxN+1sppJJrmGFEUrzFMpO8D3q0DZpGhuVitwxwS1t8ufYjiuXPxC1ok/6HYDP+y3+NRnx3rLDH2XTwPTyif60+VmF0eqeH7zR7SKSPNpc5OVYMFH5VpXWsaLGqySxRQnOAY59p/SvE28X6oxybPS8/9ewp6eN9eiOYvsCf7tstTyMfMj0iS4s7gyqNUfyTkgbA2fbpzXM6tf6TG6CG4HmAYkHlEH+VYB8f+J2PN1b/AIW61Xk8X69M26Se0ZvU2qE/ypqLQNpmoNUsh0kY/wDADXV+EorfUoriQbgu8KCykHPtXnjeMNfiTct1bjnoLWP/AAoX4g+KI/8AV6kqf7sCD+lU02Sj0uNGh1+9SQfMsIGfXrT9Nkij0C3uLaw86eAk3EjEHCnpx1xVexu57y9uZryVpHFtGGfAzjGf61w48SJp5aNLpipBCsy87e1ZtNmi2udHO4eR32hQzE4HQVTbmRfxrnz4ri73G76xVa07WU1K7EUEi7lUsflPT8ajkYXOtutMit7QzBmPyKytnIJ7j2rNiHL/AO9SteFoTH5rNxwp4zXP/wDCU20LupdSQxzwetTGEgbR1cCk1YI/0mEHoCWP4CuPXxlEv3ZFH/ADTn8UvdFBDcJHJgru2Zzmq5JC5kGijzLm+uWyfMmbH5mtpggjLEY/GsK022FuqQzEnOf94mtnLtCp3ZkbH7vnr6VckVF6HYWCX1lYwz2/jTS7ddmUTzk3genK9a5eSRrm7aSS4aZpHy0x6sc9a3hHFHZsT4GulYJzPJNIFU/3uVxXOoxDqdygg+nFJjiLN81/tDl+2TWr8RbqS20bSrKN2RZdxkCnG4KBgH2yazLYGbWIxxy69PrTvibNu1qwgB4itiSPq3/1qcdyZHFKq7hgD8qq6dzLcydyAPzNWiQsbt6KT+lV9NXbbyMf4mA/If8A160My3W9oyn7H0+85rAJrqdHiIsYT6jP60pbDjuaMO1t20g7TtbHY/5NW41FQQwRwGQRM7Izl8uADz24q0owKgshn61XqxP0zVY0xMKfbpvu4U9WFMq5pCb9SQ9lGaBHS98fhUscZzTIgDKufug81pJH8v8Ax7z5/wCuZrMsx9Uytsif33/lVe3WtW+0+a7kj2xSRhB/EvUmqxsLm1G6WFgn94Dj86YEkeOlSio0p5PFIBucy/Sq9y2ZgPTmrEfVjVKRsys1NANJyaM8U3NKoLOqjucVRNja0u28+4s7fH33GfpnJ/Su9cZJPTJryzX7u/stMD6VdfZb4yKIpcfdA5P5jj8apWHxZ8RaXtTxBo8d7CODPa/K31x0P6VFij1mWALFiKLfk5I3YrFubW+aDyoY2SRmwz/3V9qg0P4k+FNdKpFqAtbhv+WN0PLOfr0P511bRiRVkRgykcMDkUXEZYgWJPnSRjgAM3Wq9/dC20u7YqVKwswdTgqQDg1uYOMYzivN/ixLeLpG2xtrp/3TKTFGzcsQO3tRcD5xtG2yDjrXafD7Ufs+p3WkSMNk4JiLEjB9MgEgHOMLgnPWvUv+FceC0dtuiR5KdBPJkepHzVSl+Fvh/wC3w3unyX2nzRnKtHMHGe33s/oa150yVFo8S8T6Z/ZHiK4tlGIzh4sjB2noCMnBHTBOeOaoXHNzbSj+Lg/UV7Fq3gyHxhI0L3a2Wp2qOIwADGWBwyEA/KM8g9TnNebeIfC2seGEjTVbXyxvDRzRtvjf1AYd/Y1SZLTMsJ5kbxdyMr9R/iM00HzLdJM8j5G+o6fp/Kn8q2V4IOQaaoC3TRrwk4ynsew/PIqhHq3wuv8Az9CuLFj81rNkD/Zbn+ea27hDFcSR+jcV558Nr82nig2zHCXURTH+0OR/WvStUXEySf3lwfqKzluWtikTWjpUuJtpPUVlkmp7OTZOpz3pAaV4u2U1BE2DVy9G5Vb1FUFOGpgaUbfLQ6NKdqKWb2qOEjjNWre7lWIp+7+RypPljJ9P0IpDJrCJYo5IJZY1ZWD4z2P/AOqnXkUZs5Ckql1G9QD3BzTftcoOR5f/AH7FUNdu71tCvBBKUkEZIKKFPHbI5oAdIoeJ17EcVxroUd0/unFdbYXC3enWtyv3ZYlYfiK5zUI/Kv5F9eaTGU8fvB7iri7v7Nb721bkdmwMqP8AgI6fWqndT71YQbrO5HHDRndtGRkMOucj8AakBydakYZFRWkQisrZN0jOseH8wYIOT+fGKsYpsBiwRtcJO+/zI0ZU2tgfNjOfXp+tYHju287w4koGTBco34MCp/mK6QlY42kkZUjQZZ3OAo9zXE+JfFdve2k2m2CeZFJgSXDjAODn5B+HU043uJ7HFbPYflRs9h+VTUVsZkWz2H5Uuz2FSUtAEWyl2GpKWgCLYaNhqWjFAEew+tKENSUtAEWw0uypMUuKAItppdpqTFGPegBmDTSOKkpCKAKzKQcrWlZ+JtcsbGaxtdVu4rWYbZIllIUiqRXmmsncUWAYCS2TyT1JqyvIqso5qdaAH4pNtL1pcUANxRtBBBHUYNOpaAIRaW//ADyH50v2OD/nktTinUARiMBVQDCrwB6Uvl0+loAZsFLsFOooATaKNgp1KKAG7RRsFOooAr3YAg/GqaDLqPVh/Ort7/qB9aqQDddQr6yKP1oA9dsSqHUmYnaIlBx1wErz258OLcxebYajbzccRy/u3/Xj9a9AtjEI9WaeQxQ9HcLnaAvJxXOJD4RRMtq17Io6mO1P9axu09DuoUaM4N1HY4qXRtQhGXtJNvqoyP0rX8HQumo3TMjKRDjkYrtNKk+GSv8A6VqeuZ/uhAg/StjWLn4dQ6Q40CS5fUXwEdyx4zznPHTNVdtamFSnGL913+RzTxny5GGMhSa86S3lfny3OTk4Q16JDcxjeWO3KkZweDVrQPFnhGws1s9b8PX098iMr3K3R2yNnggZAX+lEXYz5bnncWl3sp+Sznb/AIAa1LTwzqLndKYLROu6aTH6Cr7XF0VYvJKAemW/rUin9yMnJ9TzSU7mtWh7OVmyxb6Za2Txubv7XKhzgIQn69a1GmikePeEt1LjMqA5T3/CqkQjP32YEADgZq5psc0uq2sdjAl1cGT5becDZJ7HkUndsnobWpaoWjljPjW91BCNoiUSKsg9OeKxEAJ+Zflx2ro9eTWIbB2vPDmlaZCXwXt4xvB9B8xrlhgnhmFJhE09Ai83XoV9Hz+QrI+IE/m+Mrhc8RRRx/pn+tdD4Pj8zWt3XapOa43xTN5/izVZM5H2gqPwAH9KcNyZmPcti1Yf3iFp9su2zjHrlj+NV7wkqiDqcn+lXcbMIP4Rt/KtSBjdK7eyCxW0MXRgg/lXFwr5lxGn95wP1rtHGPwqZDRfVfXvU1U1mMEEBK7gy5PPPU4/QVYSVJl3Ic+o7ioLGz23mQrcmbaIpQNgH3iQevp3qoetW5RxnvVQ9aZLErX0KPMk0p7DArIroNFTbYlj/E1J7DRX8SSv9m0+0jOGu71E4/uqCx/kK3XdwceY/HH3zXP37C48ZaVASBHaW0t05PRcnAJ/BTRqvjDStIuYxItxOmweavChGPTnOTjIOKVhm4WY/wAbf99GlycY3HBPTNRxSrNEsqA7W9af/EKkZOvSkc8UUyQ0AOB2wk9zWczdT6mrtw2yDHtWazdqpCZJuqxZfNcgn+EZqnmr+njKSP6kAU3sJGfr8m+5hiB4Rdx+p/8A1Vj8ir+oP51/M3YNtH0HFVClSVYy73SrK8wJrdNzH7y8GksZvEHhxi+h63Oka8+RK2VPtg8Volf3h4+6KhmXK4/vHFAjpNK+M2oWRWLxFo25ehuLY4/HB4/Wu+0Xxv4a8Qun2PU41mY/6mU7H/I9a8eEf7oKRkHnBFUZtCs7htwjMMn9+Pj9KLAe1ybd4YgZAHP4Ux/KkG10VlPYiuJ0e6+IlhqUFrrWmR6naSMBLcKURoh/eBBwQPQiu5Cr3Tj06UmhrU5rXEksdUt9RibIc5JDEDzFHIOWwNyAgnB+5xya176zsNZ0p4ZlNxp93HgrImDyOoz35yDT720N/ZzWwHlsfmikznDjlT+BHSs3w5dNNA9m4CNHmRUfOVGSGX1+Vsgk9SeKb2uM8G8T+H28NeILjSzK0scYV4pGGC6MMgn36g/SsOeMtD8v3kO4fTv/AI16z8Y9NO/S9WCno1rLx/wJOf8AvqvK+QwIraLujFqzJbC++x6nZamhxslV2x2IOG/z717rqAWayEqYIBDg+xrwGGENctZE4WYho2PY/wD6sj8K9y0J/tOgRws2WjTyTk+g4okNFInIpI2w45pSCOvbrTe4qBnRqfOsQe4FZzcNVrTX327Rmq867ZCKEBYhbOKsIcXLj++oYfUcH+lUoTVrOHhf/a2H6H/64FMaEvtQg0+NXncKpySxOAqjqTRDqWm6p50dhdpcwMAqyAgEkjoVqHV9Li1axa3lGQQVI3bdynqM9j0IPqK5vTPCculXKxWs91KHkQtLNCI/KQMDgsCQ54wMeppDNPwnIRorWjH5rKeS3I9gcr+hFN1yPbcxyD+IYNOsP9F8XazajhbhY7pB/wCOt/IVY1uPdZq+OUOaGBgkfKfY5qQECK53FRlFIyVGcN2yM9/4eaYeQfcVLEx2TAFhut2HBYZwVPYHP6VAEw4p27FIi/Ko9VBGKcq96AOa8dQu+gWtwGbZHdbJFB4O5TgkfUfrXA16vrlkdQ8M6lbAEuqLOgUZOUOeB9M15PkgAsrLn1BFawehEtxaKM0VZIUtJRQA6ikpaAClpKKAFpR1pK6nwf4R/wCEjnM9zcwwWETYkJlUSOf7qgnI+tAGFaadfX2fsdlc3GDg+TEzAflVn/hH9aHXRtQ4/wCndv8ACverGK2sbVLHTxHbW8XChWXaR378n3q7vMaZVtyj+FDkmo5mVY+djoWsL10m/H/bu/8AhVW4tLmzcJdW08DHoJYymfzr6G1PVRpyZLGW4b/VRj+H681h22jy+I5JF1BfOilBErycqg9B70KQrHhpyDg8Gkrf8S+HJtCuCUbz7IuVScc49m/oe9YOOasQmKYakprDNAEeBT1ptKDQBJRSCloABThTRTqAHUoptOBoAWiiigBaWkoFAC0UUUALRSUUAV74/uV+tQ6eN+pWq+sy/wA6kvv9Wv1pNHG7W7FfWZf50MD09wp0fWS7bVZmBPpxiuLleG1sDBbuj7m3E45FdbeSLH4Z1SR1LK0jZAOCea45b+1j+b7FI/8AstJwawluenhFBwfMmyoJpWYAlP8AvgVctMm6TcUABzkCt/QPGmiafcbrzwhY3Q7M7liPz4rppfitoplAtvBel4IwN6L/AEFJJ9zatONmo0zkmaML+8BdDjIB7Vh6zbW6vM1qJDbkgoZBziugjl2XMFy9vE4WTzTG65Q85wR6e1bHiP4vXeqaPc6dFounQxXCGEny8lQeOPQ+lUzjwjcZOyucfDLJHEoVzjgY6j8q0hcRyNCs1vGqDhjGME/0rKQfdHvVwfM0Q9XFEdi8a/3zsXEILvtVsbv0q3p5sjqUQ1KK6a1ydxtMeYvoRmoraSDGHiHOcnea0/D080OtNPY6vbaRMkLESznKsP7vIIzR1OToS6ufDxgjGlWOqxTBvmlvmGCPb3rLRsI5yDWnr1/eXrw/atej1YqMqIxgJn8BWRz5Z+XFJ7jR1ngRP9Iupj0VQK8zvJjNf3UxOfMndvzY16b4Wb7L4b1K6PGFY5+imvKYvmC55zyauJEgwHv1B+6mM/gMmp93Huar2/LSSEckfzNT1ZI+GUwTxyjH7tg3PtXXC6We3WVeA4ziuXsJbWG6D3ib4gD8uep7VYN/eS3iRWsUBheRVGDnAJ/nUyGjr7xcLCn92MD9KqDKNuUlWHcVoXinzz7ACqRX5qkonW63YSXhv73akcfNUSrmRj6cUuSv060CYprqLJPKsol6fLk1ziRMywyFSEcjB7V1EbIuxS64GO9SxxMO0hGo+JfEDsxVBElkrDqPl5/VjUY8KW89+l9e2kT3iYzJ57GJiBgN5fr3wTirXh6CS1tbyS7HlXFxdySurnBGTx+mK1vPh/57R/8AfYobKFjjWGJY0yVUdT1NSL1zUYkjJ4dT9DUkdSBLUZ5cD3p9Rp/rKAIb1sKBWYz5NW76T5z7Vn55q0SyXdW1ajyrROOcbqw0BeRUH8RxXSW8YeXb/Cq0pAjnJbSRck855NQbCDyK6yW0Dc4qm9iudxXhRmpLuc3j5GJ6k1XdcyKvoP51sS2DcgVnrC3m72Hyljj8KYmNKc7R9Ke2EiZiQMDgswUZ7cnpTlXL5q1ZWxutWsLYBwsk4LsqghVHJyTwPr1oEdvBr1rMwE4MDYHJOV6evaqlz4ieS8ksNE02bVLyLHmbSEijz0LOeB7dz6Vj6/b3ultDCkam5kKiIMchmPC/hkFj7KajtUbTIPIt5pM7i8km7DSufvO3qTRYZo3Wv67o6G413wrItgvMtzptyLjyh6snDYHqKiupIob6013Sylzp97maN4DlXYDDjpwWQZ56FG7mov7f1KD7l5ID2yAf51wwefS9dksbeTbY3r/aoYCoMccw5OFPABIPHoQKasDuj0Lxrb2eueFb6xhlEk0kQuLVB8zbl+ZcAc4IyPxr54PIBFe32d3Lah7+xnlt5JFGSADlcng5HJU5U4AHQCvIdetGtdVnRQCHcumBjqf8auOhEijLZSvpTXyD/UOPrt7n8DivQvhtqhuW1C3kkLNIVuVz154b9RXL6q39n6RbWafekOXHqo6j8Sf0qPwPef2X4tghLfu5coD6qw4/pVvVEnqF5H5d1IOxOR+NVT1rT1JAGjf1yprOasii/pku2bGeoqxeJiQn1rMtZNkynpg1sXaholcelMClEeRVw/NbuB1AyPqOaoKcN9KvRN70MaLSsHUMCCGGRThn2qpIi7OFA/Csy4TnpQGwmqI0HirS7xBlWSSGXHOFIyCfbI/WtK8j82zkU46ZzVbTWBSSM96y9QjwGAH3T0oArRo2xCwIXOM+tWpYlRYUVcbg6njJ+4T/AHl9PXFMs8NYgd0JX8jkfpVm6CmK3ZsbfPXOcY5BHcEd+4/Wl1GSQwg21tIe6AH8qay4JFS2Pz6PbtnhQefxNNlGHPvUsBIADNsKhldShU5wcj2rm/G902m2cOmaY9oCiL57wTtKJWOfmO70x93/AGh6V0cbFJkf+6wNeda9CLTXtQso5HMMc7SKjfwlwCSP0/KqgJnOTbfldP4h8wx0Ydf6Uyn3LbLp4tvDgOD6Go62Mxe9LSUtABS0lLQAUtJS0AFJtXdkqM+uKWigAwB04p2T2Yj8aQDNFAF/TNXu9IvVubZ8kcNG5+Vx6H/GvYbHxdDr3huOOyBiKYWdA2CvsR/XvXh9WbHULnS7oXNrIY3Aww7MvcEd6TQ0z1PWZ7SdZrSHe1qygSmUAkZ7YHU56V5LIhilkjORsYrg9eD3r0ETeaI2VWC8FVz8wJGev98jv/CK4S/QR6jcoNuBKcbc4/DNCBleg9KKDTER4pR1pTSUAOFOpop1AC0opBSigBaWkp1ACiir2jaNf69qkWnabB5tzJ0BOFUd2Y9gK9V0z4F/KG1bXAG7x2cWcf8AAm/wpOSQHj2DRivoCL4N+E4lxI2ozN6tcBf5Cnt8IPCEkS7Yr+MkdVuc/wAxUe0QWPnyivbL/wCB9jIpOma1PE39y5iDg/iuDXlfiTw3qPhfVW0/Uo1D43RyIcpKvqp/p2qlJMLGPRSUVQFS+PyJ9am8PLv8Q2A/6aioL/8AgH1q34XGfEtmPRif0oA7y/lEXhS5dl3BpTx65auP/tDstsoz6102uzCDwWGJA3zAZP8AvVwZ1Jc/65f++awknfQ9fBOkqfvvW5Y8h3YkL1PrU0No4kViAMH+9VH+1Tni4I+gqa01JpruKITudzYxU8sjsniMPyvU7KCLzLbLc4XiuUvYjuUKrEb8sQpAFdlH+7spGP8AChNcm95JFbo08jlJMgDNU03sefgp0483O7DLjUIbKRFkDEkZ4qzY6pFe3MaRow2AsSawNTmW5ulYcKqgVd8PqBLcOOdsZq0rRObFVFOtKUdjr4VtTCrPLIGIzgIK6Dwtp09/Nei00yz1FFjAP2slfKJPBGDXNwaigtRlUO1QM+X3rpfCM9my3d1Oupq2AkbWUOQ/qCe1SZMh8R2UunXyQXlrbW52Bglp938c96xnaDZgCX2yRWh4i1WBtXkjtRe7SFDfaU+fIrJe8MrmHDDjnK8UmM6pZTa/DO+k6GSNwPx4/rXmOdsZI7LxXX6l4o0yfwZFo9pOXusASptPy4bnJrkG/wBUfqP51cdiJMfAMQ/V/wCQ/wDr1LxTE4gT3LH9f/rUVRJpaXDb3BlS4X5CAqt6GtnTPCkUN/FcRs+UcOpflcd/xrL0goY5EyC+7JX2rttClmjspozhotvBPVamQ0RykPNIfVjVcp81TDnk96Vh8pNIY2O3/wBH392JNReSWgnP90AD6mtRo9lsinsoqER5iVB1kmH6UhlqOPZaLEOu0LWjZoE4A6DHSojHtAb1NWIeI2PrUlGZq775VXsKpQoN3Spb591y3tSQDkGn0EaNuMCryVUhAAxVlTxUjHseKanAZqGbimudkGaAMq8fLmquafcNmSoc1oiWXdPXzLxT2Qbq6WyX5Xf1OBWBpK4SWX3210tumy2QdyMn8ahjWw6o5Nvyo3G41KaY6CRCrDrUjK0lvtt3kYc8ms6WyAQADkAL+PU1pzqI4EhQnrjmlVWWVYpU3Yy29elMDAexZCxWl0YINYvLhzEPsluIt5jZyjyHHIHH3d3TmuiNspx0x3NY+klvsMl1I08X2i5kmy14qtGi/KMY6j73ApoDldG8aTxa1Be6i8cjQrIvzDKoAoUYH/fQ/wCBV0//AAnfgq8i3TyiCb+NFOMV5poGq6Jb2N3capNDLcSPmO0ntPN8wdSS2Rs6nkHqOlYuu32k3FuYNO01Ld2bLTid3JHpg8CteRMz5meuN4s8C5O3VXX8VNYWt+IvCc2s+H5rK5aeK3ume9dmGBF8vp715Tp2jS6lci3topJ5SCRHEMkDuT6Aepre/svQdHB+2Xrzysu1rW0UMAf9qQ8enABo5Eh8zZ6dBr2g6jrLLozLLEy73t1wSxHDAYGTlRkZOAVJrkvF13ol74mtLDTrJ4JoJSZXaTcJBjIx7d8+9c3b63a2lzHPZ6e8QjPDyTcdfQAA/THNdpq1pa6oun6/bwK8gOGlDHOzGCOMA7SewwqkDPFCVmJu6OH1+XzdUZe0aKn49T/OssyPCIbuL/W2jhs+2cj9f51oaggl1K48t4DKZD8kkoTH502TSb+yj8++tJ1tpFKNKVxEFPXBGQfX8KpEns3nJqOixXUfKvGso/Ks5jxVT4fXRuPDAs5WBks5Gt257dR+GDVhgUdkPVSRWb3LQqnByK3o286yBz0Fc9mtrS5N0RQmgCu3DmrMLVBOuJDToWxxTAunlaz7lavKciqlx0PrSGyCyfZcj3ov48ysOoYVAhKSqfQ1dvhlUehCMnTvlkniPqGH8j/SrM+fsKnkGOeI8Zz99fQg/kc1XH7vUEI6OCp/mP5VYm5s7kHpgPz7EH0ND3KRa03P9m7GzlXdTnPr75/mabLyAadpuBHcIMYW4fGMf0AH6CiUfKw9DUMCuelcV40i8vxMkwHy3VpHJ9WXKn+Qrtq5jx1GPsmkXeM7ZZLcn6gMP5GqjuJ7HDXkbNcI4BwIzzj0qr+Nbyrv0yZYwxuJ8RQJuAJJb5iQeoAGM8ckVV/4RvV+n2GTj1I/xrZEGXRWqPDer5/48X/76H+NO/4RnV8Z+xN/30v+NArGRS1r/wDCN6p0+ynP++v+NKPDOrHj7Kc/76/40rodmZHSgVtf8Ivq4GTa4GepkXH86cPCurf8+6D6yr/jRdCszEordHhLVj/ywj/7/L/jS/8ACJ6r08qIe3nL/jRdDsYVJ3rol8G6w/8Ayztx9bhP8ad/whGs+ln/AOBSf40XQWOcxzQw4IHpXT/8INqwODJYg+90n+NSL4C1ZiB5+nAn1u0ougsX7Jo20+2KY8vyQMHpwPmH0zyT34FcpraldZugd2Swb5uvIHX0+naup01HisI45f8AWREoSCGztYgEeoz90dzz2qveeFrrVblruC4sooyAuJpwhyOvXr9e5zRcRx9Arqv+EFvx96/0sf8Ab0DSr4FvCxB1LShj1uRRdDscmRTa6weB7o5/4mmlrgZJM9VT4YiB58QaL+F0KOZBY54U8VuN4dt0+94h0b8J8/0pV0Czzg+JNIH/AG0J/pRdBYwxTq3f7B04DnxNpf4Fz/SkOi6Yp58Tab+Af/Ci4WMTFKASQACSTgAdSfSum07wraavfx2Gm69a3d3JnZDFE5ZsDJ7eldv4Z+Fd9p+vWt9fI8kVufMEZjxlx93r6Hmk5JBY6j4e+Fk8MaVCsqg6jdbXuX7r6IPYfzrv+1ZkEMqXMXmIVLZPPetJjgYrFu40M700M4iXCggjsea52bxzo1v4yj8LSef/AGlI6IMKNmWXcOc+ldHGT5fT7uc/nQ1YQqzbT8yMP1rmfG/hmDxVpEtkwVbpB5tpMR/q5MdPoeh/+tXThuM44NQ3MbSyoEGWI6ZoHc+SpoZYJ5IZkMc0TlJEPVWBwR+dMwa908U/DD+2tcl1KFJFa4AMqpIijeOM8+oxXI6t8PrfRJIo7y31JjKpZDC8bjAOD0NaKSFY8rv/ALyfSr/hRT/wkMBx91GP6V2UnhLQ5JQLmHVoSo/jkjU/l1q7o+h+HNLuprmO11J5FiZEDzoQxIx2p8wWMLxi23wRar/emX+tebqMsB2zg17Dd6TZ6rpNpZ6g0qrH8xWPrkA9azh4R8MR4Oy6f6tTUkkFjOj8N6Ne2UaANDLgDzUbPPvWbF4TvNL1eCUsk1uGz5inp9RXa29ppFs2Y7WUnGOXPNaMAtblxDHabV7kt0qeZlWRjTbI7CYyFtmw7sdcVxF2g1GQLZQXRhTiPevb1r0ydbKGRowrtjrg5qNfJfAinWP2ZcUJ2Bo83i8I61eMPJsmA9XOK6bRvA2pWccpupraMuMY35rq3tNREWbbZceyyYrGkm1aO7Vby1eGAH5sKSfzobbBKxlzQyW7vAx+4cHB4NWLPV9X0+0e1stSnt7d38wxoeN3rVnWzYkxPYkIxH7xWOfxrGxPj70f5UkmO6J5ZJriVpriZ5ZWOWdzkmmZCBm68GnRrI7AMwVfXFRuGwQxB7dOtPlDmRzdpEVeVyPvcfrmrR+7+IqxcoIwihcZJ/GoGxhQP71UQSj/AFUf+7/U0U4cRRrj+EUMB2NMCtulivPOhYq68A16J4c1NLzR7hSpSeNRvXtzxkVwWBursvC0e3SbqXGDJMsf/fIJ/rUyGjWpyLuwPVgKbU1uuZo/bJqRlq4Ixikt0LXdsh/hQuabPy3FT2YzezuP4FCCp6DRcnIDKvotOJ8u2z7VDId07fXFOvX2QYz2pFGHK2+dj6mrMHaqQ+9V6GmxI0I6nBFVozUw6VIxxOeB3pt22IwBSrzIKp6hLjNNbgZsjZcmmZ4puc0AF2VB/EcVZJ0GnwkWkKd3OT+NdCQBwOg4rMsY83KL2jXNadZsoSkpaSkBXYeZeIvYcmrZ5OarWvzSySH6VK7SZ3RgOo+8ueaAKmtXQsdCvbjIG2IqpaMuMngZA7c1xvjK+Hh/wWljE8aXEkMdqoFqUOCMyEMfckfjXS65ILwadYR+Zm4u18xVmEbqi8nIPUfoMVxniy2m8T+OtF0INMI5D582boTJtYks2B91goIOfariJnDabp8GoWgnkQMdxUE+wFXV8NwSfciGD36Co9MvIdM0tIpgizKSxDc7ueo/KorzxKWysKn8ea2sZnS2VlaWvh6602Kf7OJFMkjRNg3DgjAdsZ2KMkKO9chcWkdpJ9lae3dYyQJB8xbnqB71VF3eXs6RxljI7YVUPJNdbpPg3S/s7SeIPFVlpDbiXtoXSeZh74OE+hz9KAOWne2QAhNvHWViSfw/+sK7TwLcZspoY3iuLIEb8dYCeBuTrsJOMjglucYq9ps3wz0SFXS2ttSvF6y39w0i59kAx+hrMvdeh1C+lEGujS9MdsrZadYEcHqOAMgn1oYGgfBNney6lLc3bwASZgYshVVI/wBrG8hsqcbQMZzzWbaWtp4fMi2HiqCxnYgGRb5mP/fmFWU/RmNbapYeKdL+e3inuISfJFwp5I4BIDAnIGNuQowCa5kX2yRobbU5bFkJVobHSkhYEdQSWzn6mkhs6fw7KY9fmlFx9pS+iHmTLYtaI0ydwpAHK9wB06Vrakmy8JA4cBh/WuN0eZY9VjnFzrV5OCM/ajGqjnrtL5/Ku51VQ0EUw7HGfY1Mhozc1oaZLtnxnrWbU1vJsmU+9IDYvFw+cVWjOGq9cfPCreorOXhqYGgv3ahuBxT42psw4pAZzcNVwnzLH3FU5PvVZtGzGyGmBQmyux/7jA/lUs/EUwzwY2x+WRSSrlWT0oky9nnuU/pikxot2ORLdq2c+eeue4HqSfzNSzD52HqKq6eR5tztxgsjfLgDlB6Ko/T8TV2bqp/CpYyh3rL8UW63fhK/RlBMLRzIScbMMAT+RNajfK5FNmtxfWF7ZH/l5tpIx9Spx+uKS3BnjbaghvEhh+ZSwV5D1b6e1Z97IftBKuwz1G49arxsUkB7g5/KreqhRcIVQKCmeO+TnNdJkUvMk/vt+dX9OhkuZsb3EY+82T/nNVLe3ad8Dhe5xXV6dbrAgCgB1HA7L7/WpkVFXOo0ZYLfy1+zoZOinGSn/wBet2MCOfzZAi9lAGSTWHorbHyw47E9Sa0rtmW5DK2CVx9K5nudCtY1tStF1DTQFIzG3mhB0JAqhpelSandiCNQF6yOR90etXdInAIiZsY6E966zTILe0tCkO1NzZkyeSf8KtMya1Ki+ENLC42O3u0hBP4AUHwlpX/PI8/9ND/hWt5qAn97H+dM8wZ4lj/76o1EZR8IaT/cf/v6f8KT/hENJXny2P1lP+FaxkUn/XRD/gVBwefNjx/vUwMn/hENI6+U3/f0/wCFPHhLScj9yev/AD1P+FaeR2liH/Aqkyp2/vo89/moYjyq7txZatqFgufJtrp0iHTAb5sZ9eTz2GfWkjRX3E4PAyQPy+nsOwxV7xJGkXivVB5il3aOQjORtMa8/TI59TgVUgGS4Y8jnBPPXn9ep9c+ladCeogjUH7nHejyhz8v0qzgDPHApNuAcdfWpKKssQMUjMONp6fSvIJU2TOvoxFeyzHbaTdM7Sc15BdlTMwC4YMST61USWV8CpkDK2GDKfQ8Vq+F9SttM1mN7yCKW3k+Ry658v8A2h9K7D4iaUPsdrqUcakodkkigDcrfdP503KzsaRp80HJPY4Dc+PvGmHJ6kmu70bw/wCDLvRbW4v9T1KO7dMzJHLAqq2egDc/nVkeG/h+Yy41jVZFB6me3Q/lRzGViH4MOIfiXaP6W0+P++K+j/t59RXh/hCx8IaZ4mt7nSL+/lvAjqqTTxMpBXnhRnpXqFpeCeViT+7iXe5/kKym7sZq6nqv2Ly5BtabbnDdAPU1y934qupjiKaWVs/dgXg/jWDqOrSa1q5GT9jD7eD/AKwj+grpoUijswEUKMdhSsNHhOtnxFa+M/7SuncahJIJornOSuOF7dgAK3TrXjk/vE8Q3GW55C11fiKyjuJVfHzL0NYgXacE5rS4WOn0DxhewaXbRarLeNdquJbgDcrnPXA6cV2mk+IUvih+0RzJnh16qfQ+lcDpeCwrYuoRA6XNsFjmUckDAb2PtUNDSPQHuCrkE15t8XbxTZaNE12bYyzSAS7sKMBTzjmusttSW90mK7XqvyOO4/ya8w+MN6pt9FViceZKcjtwtKHxEnOafeeT9ojF/HdAMh87z2AOVyQCfTpV3+0eP9ZH/wCBQ/wrjbPUFXzlEsQUPw0yZDe4x0qz/aS97iy/78E1rYEzrbXUwt9A5IIDjOJkb9CK5efUZ1upkFxIFV2xg9s8VENRTcP31mf+3Y1baM5JwNxOTxRYbKgvryadIoLiZpHYKoz1NenQ2I8O6ABcyl7p13O7GuAhIgvIZAMYYfga6vU7O51Tw+8j3Y8xRuEeeXHpUyBHE3via7e9b7K4WEHqR973qeDxDdnllicfTBqlDYvPztwvfNXv7MiHIU++DVWBs07bxCcgeW8beqNWtb+JZlwvnOV9HGRXMrp5V/lkO0cjNTCKdQANrD2PIpWQrs6+LULDUN6XGnxTvjqiYb9K5xrcLK+FI2sRsPWrugeJI9BeRpgFz1yM06/1Aaxfm9jXaHUcgYJ96FuNmUwKse2eKQKWyOoqyyOWxtX39qWONgcggBfaqJMPVAVuUXjhM1SPBT6/0q7qZ3ahJ7ACqTZ3R/iaQywR0Gf4R/Km0rECRs9AcU6P55QMUwBEByScYruNEj8nw9ag9ZHeQ/ngfyrjzAwBOO3QV3UMfkWFnB3jt0B+pGT/ADqWND6tWg/eMf7q4qqOtXLb/VyN6tj8qkYpG6ZQe5qzppzHJIf45CfwFVc4Lv8A3VJqzafJaoPRCfzqXsNE0XzSgnuc1BqsnybfWrFv94n0FZuovulx6UkMpKfmq9CelUB1q7Bk02BoR1OKhiHSpjwKkYqdSaxr+UGQitYtshY1zlzJulPNUhMAat6cnmX8Y7L8xqgG4rW0ZcmaXHTCimyUdNpq/LLJ6kKP51dxUVlHsso+OW+Y/jU5FQWMNRzNtiY+1TEVVuz8qoOpNICS1Xbbj/aOaRo0MyhWaOQjIK9D9anC7UVcdBikMiwq00hASJTI2fQDJ/lRYDzbXvFk6eLJle3tJU04vbxlockkjDHPr1x2Fbfgmz+26xqHimaJI5LvbbwqsYQKq43HjqeFGe+DXmLyyXLSXJ3GSd2kOT3Y5/rXuul2S6dp1lZKABBEiH3OOT+ea1muVaE3uzwlfDFrfRT3v2/yrRCQk8hLIT6GVgu4j0RWNZt5DoVoqw27zTzE/NNMojT/AICnLY9zirN/JfX0kM15JJGWX908/BKgdEXoo+lVbQ2MEw32sV4x42zTuoJ+iDP61oQWNBsdDvNZgtL24mMc2VC2ceCW7Asw6H2FdxJ/wiejRvbLpmlxzKM5lVrmZAO7FiQP0rl214WsG2LR9IQ5KmOGeVZB+tSWGoWEUDyrolrKZMmQLqZ8zkY5V1J70AbVv4o0+a7dbWyWQRxmQmIRwAKo5YjbwMf7VZGsx2d7HYSWLy6OJYC/+qDLc5kb58oxIA+7jH8NZsn2G0s7nTVg1KyknK+dJII5jsHIQ7dpAJwT68VLq2h3cmhaDJNc2U0Gx47ZYpcTshcsC8Z5UZzzSH0NPSdSmjv5JYFSRHnYOrOFDKST904LA9xUHxA8PiYDxBZxuVk4ulYEsD/fPqegYgAAlfWqGsyPpttDpcShDDNuui6YfzCvC/MOgGfqc+1b3hjXoTIum3Sx+RcJtUEblLDgqc8Hg9OnOT0o8wPNo7y5hGI532/3Scj8jXumjXf9s+E7W46tJAM4/vL1/UV534k0vTNN1I293ZxxRy5aCe3YoGXPI7qSDxnAB6jg113w+kgi0uayt7gzRxSb13YyAe3BIPOaJbAi0DxTgcHIouI/JuZY+yscfSmg1AzordhNY+4FUmGGNP0iTcjRmiddshFNASwnipJPuk1WiNWjyKQGZN16U61fbLj1pZxzUCNtkU+9MCacbZm9+aZEN8DxnsSPzqa65KMO/FR2/wDrSPUUAN05gZJ8HPyxEnIP8A9Gb+f4VoyfNAfbmsywLebKWDAmKIjduzjBH8QH6Z+takfzKV9RWb3KKMww+fUU63fy7mJ/7rg02UEqp9OKjpAeVah4Svv7V1loVQQ2csjYZgMpu4x+YrHuYnure1ZBkhMHmuu+IN9d6b4jkEGwR3lskm8ryMja36qfzrmrBg0SLkYDED8s10JszZb062EcYLoEPb0Wr0bKoyOFB/OnQr5kDw/xHlTUAByc/lUvcuOxYfxCmlzqZopH3r8pXp9K2IPEel3e1jeoGY42sCCM1xWu3aMEtfKO9Du359e1YqjJHGfajkTDna0PbrH/AFocOPL/ALwOR+FbzXchsZTHhpVBIB71R8CeB9Wk8L239rSmy6tBEybpNh5BYfw/TrXZQeDbWHrf3DfRFFZ6Jju2eXXPi6VQjRsnI5G30quPGVwWBwg9q9Hl+FPhu4naWV9QO5i21ZgoBPXtUsXwo8IRnJsruQ/7d239KvnRHKzzWTxZPjKFfoadB4uuHyCV47Yr1WP4beEIxkaIjn/ppNI39asxeCfDEH+q8O2IPqUJ/maOdBys8rHiScnhkrQXXZBFGwMR3DnPrXqEfh3SYv8AV6RYJ9IF/wAKuJp9tGBstrdP92FR/Sk5rsHKzxLU5Wn8RyTBGPm2sTDavGQWH5+np17VNZ2tw7HZbzMCvG2Jse3b/I+te1vEoAxgY9ABTo9394/nS59B8up5Imj6q64TTLtgeeITUyeGNfb7mk3X/AgB/M16+pOMZP50ZxU8zHY8+Hw0uriz/fapDDJInzR+SWCE9s55rwjx54Tk8H+Izp7XiXiPEJkmRCuQSQQQe4Ir6rv7sxr5SEBm6n+6PWvCPjJo91HHperGBjbh5YWlxnILblyff5vyqoT1sxSWh5J2rXm8R6neaLBpE9xvs4DlQR8x9AT6CsuRt7lsAZ7AUJ1re1yU2ibPtSHB7UUlAjofAziLxlYnpkOP/HTXsWq6idM8I7o22z374U9wvQH+ZrwnR7uWw1m0uYUV5FkChW6Hdx/WvU/iDd+Xqlrp0ZwlrCq4Hris5q7GhuhykXCw9dp4rs73VrDTrZVu763gbH3WcZ/KvFLvxHcQFltHMf8ACZB1rAklmuZgC0k00jYA5YsT2o5R3PWtT8X6ESdt6JMf3VNYL+KdKLkrI5H0ri9Q0LUdL8v+0IUtWkBISWRQw+q5yPxrOKgHG+M/RqrlQrs9Y0vxTphlUG52c/xCu1uLmObT1nhkSSMj76HIr51+zziA3Ahk8hW2mUKSgb0z0zWpouu6hpk+LeSR4z9+MZYEfSpcRpntfg3VVm1C80uRvlnU7R6N/nFcP8ULiOe60u3lJXy0lLY7HIH9DUejat5Wv2WowthHcHirfxCsLqXxBfTPbWstnCRJCzfe2uoYjHfnNSlaQdDz0GOGRhayP5ZxyygnNKJ5u80mfZQK1NLtLS/1COOW3WONgcrEdtdCPD+lrp4lFqDIZAoJYnjNaXJOPgeaa5ijEkxLMB1FddJGssjMuBz0q3eaZZWd+gtLWOJgnUdqRoUjnWNSZGXqBSuMpvZoy7iSD2YDoalH25LcQG4BJGCSMHFSyL8pyTgn8Ke6lhnjcOuTigCrbWYUbPukDj3Nd14Y8BW2v6QLufU7izkdyqAxKyMB39a5vStMl1TUrexhUgzMAW/ujufyr2yC2htrWG1hUJFCgRAPQVMpWGlc4m4+D18igwavaSD+HzI2X+Way7n4Y+JrdmaOC0mX/pjMB+hxXqcF5NbcBt6f3T0NaMNxBcgBHMT/ANw96FK4OJ4LN4O160bN1ot1t7sibx+maotC9tJsljeKReNjptI/A19GmGZOVfB7AmsnWNHsdYh8rVLASkD5ZBw6/RhRzMLI8C8psdB15OadHuBwAGyemM122tfDi6tg0ukyfbYRz5T/ACyqPbs36Vx8kMlpL5UitHKPvK6lWX8DTTQrHIX7b7+c/wC2RVZRmdR6Ln8zTpmLyu/95if1oAxJMw6AhB+Ax/OmAhOST6nNXNMi826IxnC1S7VqaRGSs0noQKALcULNMsecl2C8e5xXYXGPtD46A4H4cVh6bCH1K32p8m8Pz1GOa2SdzE+pzUyGgX71XIvlt19+ap/wsfarjfKir6ACkUiOQ/uJMfxELV5fljI9MCqJ58lP7zlj+FXQcoPck1LGWIeImasW5bdM3NbD/JaZ9RWJIcufc0IHoNVeav26jvVIPHEcyyIg/wBpsV0Phqwj1u/CW7rNBEQZShyPUD8f5UMDW0vR4JbUS3jyIZB+7VeCvoff6VFe6HdQZaAi4j/2Rhx/wH/Crmu+JvCmlAwanrlrFMn/ACzhcu6/guf1rmD8WvCih4Te3LqowkqWxyPTgnmo97saJRa3FvH8uBs5BHUHtXNFsuT710Q8X+CNegFtJrDxTdFuJ42Rsn1PQj2P51g3VutpdSQpcwXUaH5Z4G3I465Bq4+ZE0k9Bma6LSYSLCJQPmlOfz4rmsFiFHUnFdvpkI+1Qx/wxLn8h/jRIlG5tCgKOijAopaKkY0iqf8Arb9V7Lyfwq2xwCfaqtiNzyykdeBSGi0ao6qgm0ue2YsFuF8lihwcNwcH6Zq8TWdeyq91HACSYwHfHbPT9M01uBzdh8PdMS7tpo7262RyK3lsFO7BzjPBr0X7FC7l1ndTuyQQDWTp0IkmDI3C9z1FaE0dw0git9sabhkg/Mw7nNE5NsqEFJ2Ko8AXQwsni3UZDgf6y3icf+PA02X4f6dKGjvdTM3QMDZxgnP04/SumnuXdDj5VMIJHXk8DmmBf34XsJVX8FFa3MjiP+FReGVlZ472SLII+SFVIx16cfpUMvwc8PuWf+1r5iAAoEaBsnpg4H613P8AyxzznyWP/fTVN/y3x/02QfktF2B51H8GNHZAz+I9VTgnaViJGOvODVu0+EGh2F0txbazefaAQPMkiR2yenJHH4V2u79zn/pi5/NqkJPmH182P+VF2ByeufD3TfEsm/V9dvbnbGFjYwoGQL3DYznPPOaxT8EvDxCode1b5XBVlEYIbtj5a9CA+THrHJ/OnHhif9qI/pRcDzrW/CenW1xZ2msCTVNJZt8crZV/lGGB2/xKOnQbQQBmp1+Gvh/wvDd61oN9dsHVcwOwaPYSDwcZyBz19a7a8sIdRs2s7hcxMZAD3RhyrD3BrnNHuZLGe48O6t/q5gAkvO3DcBhyflbPc5DEjoKOgjkdVjxcJIP41wfqKo4rX1GGQWbK4PmQPhuO4O01llGULkY3LvX3GSM/mDSGW9Nk2XIGetaN4vzZ9axYm2SK3oa3Zv3lsr0AU4zzVsHKVRHD1bjORTAr3AzVE8NWlMoK5rOk4Y54oAuOd9oGHUVDEcTxn1OKIJoxaOXcbB0PryB/Wo8ggMpB54I9qYCaaIxcyIm0EwLnaB1DHrgfz/StSE4YGsq0kYX6sW+QR8Zb/bbplm/TH0rSUqGwGB6njngEj+hrNopEc64Mi+jZquKs3U8Ky/M4AZOeOhqqKQFDWrO2uLjS7m4t4pgFeA+YgbGCGHX6mvO/F9mlh4kkS3jWGKWESIqDCg9OB+FezaRY2WqTi1vomkjRvMQK5XDYx1H41558StKlTV7RoIXfa8kOACTgHIq4PUUloc7p90tzbpMPvDhgOxq1OUAM/RSCW9sUzw54W1OR5ppZ7KytRgObq4UEnI6KMnIzn6V3OkfDePVbaaW48R2SWTFow1qpkdiOvBwB1HPPWqk0tyFc8hkabU71W2MzyEJFEgyT6Aete7/Dn4UR6N5Wsa/CkupYDQ2rDKW3oW9X9u31q14e8IeHfA94L7T2fVb8gqs10Nv2cf7IXjJ9etdBL4k1BjhBDGP9lM/zzUyn0RSi92dUE3MT1J604oFGWAUe/FcLda3fiFpLi+kjiUZJL7AK5ZPFMdxqUsd00cViqZS5mmGXb0C5zjHtWdij1mXUbCD/AFt5AuO2/J/SqUniXSkO1Znck4+WM4/M15udd053jW3kkl3Oqb1hbYMkDJOB0zWX4q1e+0/SpXtYXj2uqS3CjAXJIwOpByOtNLWwHtD6xpUWAdStSxwAqybiT+GauSbkOGUj618yt4vs30q2WWNpr2IECTZxj0cdD9Rzmum+G/jK6Grz6dFeTfZXtTKyXQ8xUlDD7g7DB71Tpk8x7eWOeTSZ964q38WX1xcXBW5txDG2xCLbPmepxjIqdvEepsyiO6s8fxb7Vgfw4/nU8ozrutPHArhtQ8W6vYWUl0vkTrHyyiELx+OP8muxtJJJLG1kmZHlkhR3ZBhSSAeB+NJqwy4pplxOlvC0jHgUZwMn8awb+9FxcY3hYUPBPQnuaTAo6rdyLaTTufvOgPtz0rB8WpHrfw61JZG/1No0iA92Q5FaPiCN5NCuSqHeE3JgDPykHBNcxc3csXgLW43jdfOtJXgLdG4wwH0HNOO4PY8I7Uq9aB0/ClHWuoyJe1LigdKUUAaHh+D7T4m0mA/x3kQ/8eFeha7o+qeKPF17Dp0Y5kIknc4SFfUn+g5rjvAlnNfePdFhgUF/tIc56AKCSfwAr6Clht9OgNtartTcWdu8jHqxqJbjRyK+DNM07wxPotofOup1Je7m6M+MAbegXt6ivGIY4dKu7y21SK7iuoVKJ5bYeOUdM+30r6IVCzbm9a5Txv4HXxFEuqWiKt7apmfj/WwjqTj+JR+Y49KUWNo8NZJZ3Z8M7Mcljkkn6037PLnHlnJ9q9Pm0jTtJsVa6vPsiOgMaSRbZG464J4Fc152mNPgXUkmT0ijLGtLknPWep3+mCZbW5kijmQpLGDlJFPZl6H8a1dA1aDT3nlEcokdMMkTAEj1XP8AKlvU0q63CO4aJlOCXgYYPviqsGhySsGtdQ0+Vs8L9oCN/wCPYpOwFvR78m9ZX4V38xR6HOa7P4gzCLWdFvSrOs+mIWUNjcVZhXEXOga1phF1Npl0lvncJlTfGP8AgS5H612niS0m8Rad4Wa1ZC401yQXVSR5mOMkZ6dKlrUZz1hdrLrUbJEsS54A/rXXEf8AEuhX1uAP1o0z4dara39pc3NmfsyEOfL/AHvmexKE4rXutK8rzEZGXZL5iq2Y/Lycj73pUtoaRj6qwXUDz8+APaokjKJgqQ7fMGFWb+4so5FzNbTPj5iCxI/KqZ1Oy85EjgmAYgM7PgDnrjrQncbjbqTyYdZP3eQuDyelQzRoq4DcBhhT2BqW4n01ZfKj1BCWPI8s4/OopJG3MCQDnaUI54qiWdV4AvbGx1S4a/nSAtFtikk4Uc889uK9BOt6R/0FLT/v5XhOrOwsFLj70qK3bI54/StH7RIFTy5GCFRtHHAqZRuOLPYhrmj9RqtmfpJSf21pBG5dTtwAcZ3HGfrivCZvFVpZkxJcNIQeRBGMD+lVJfGMQu/tENtPuC4LSMoLD8OKXIO59GW/i3To8RtqdvIvYZJP8qvW/ifSLl0gh1O1d5DhUYkc+nNeEaPqv9oorzCa2+R3McwyHXbheAM/eOef7tauou51CdoJWaHcACEChTjpgdOnGcHipvrYqztc9rhvEu4/Ot5Ipo1cpuUcZBwRVHV9K0/XIPK1GyjlBGA6jDr9GHIrlvC3jeCy0tbHVFb9zxE8UQ5X0IHcfrW23jbRZLuOCETS8K0j4CCIHOM7iCfunpnpTA8t8ZfCs+HNPuNbsL8Tadb/ADSQ3HEiZOAARw3JA7GvNsbY0Qn5iMkV6z8VPGOn6/b6doeh38dxbTyC4uZ1J2DHCLn65Y/QV31tofgy98M2WhXEmmXsFvEERxMm7d3ZWByCTk8U723JaPmeug0aH/QMno7k5ruvEPwXdN8/hnUI7yMc/ZJ5AJB7K44P44+tc5BptzpVqtteW0lvcxDEkMqEHn/PWruTYs6VHskeTssZP4nirdR2SssEzN1JVen41JUvcpbDkG7aP7zAVZlPJqGH76e2Wp55bHqakaI5547VjNM22KCLczHtn/8AXU+o6pp9hHD9muH1EtFvIs4/Mx7EA5B+o4rnfFN7DHZzWjSDz7iRFCd9inJP6CuKN1Mt67QTPHnj5TiqUbicj1KbWGv7G4/s63lW4gGTFeW8kYK469M+3IFcgf8AhMNSZhmKxiPHBCj8AMk1n/b78rFEbqb5jlju5I+tbKvdC3aBb17dmAXepBZAe4z361VkhXuYWp6edOcRXGvXF1qL/dtbSEs2fck8fzrf0rw74nvdNWxn1J7KyY+a1nHNmZ88ZfHQ8Yw3T0qleJaeDYNLv9Dv2l1G4aWSR7iL946A7QepABOeO/PNPuPGNnqrJd65purR3g/5edPvDEr8YOVYFc/TFG4He+H9L8H+HAv2rRImkP8Ay93SiZ1P0OV/IA/Wu/iayuLdfs9tZy28i/K8USbSPwFeM2Hi7RjDb6XYWWpYklUPc38yyBFJ5ZsLzx+dddNp2hWzyfYPE7W6k5aBJdkZPrgZ5rOWm5SL/iXwzof9m3d7faPYTLHFtjKxhHLk4UkrjpmvK/7Amsm83SL6SBu8Mp3I1eoBtCvLEWNxrlwIdwZiCuHI6HOMmohpHg1R82rXj/7rr/8AE0oysVN8zucPomqQz6nDZarH9gvlYFc/6mf6Hsf0+lel6TGQ08rAg5Cc/mf6Vhapo3w+ubGSC51O6VsZjkZ8mNuxHy/p3qH4c+IUuTe6Jf8An3bWR/dXNsMiVM4GT9MYyen0oeuokdhcyra2stzIGMcSF22jJIHoO9Krq6qwI+boM1S1DwjZ6j4mtNZS61G0aFNkkJl4kUdF9Ap7+tGuxQaekV6JmSxaQKRHggMei8g8E8Dpzx6VOmw7E14+yBuxPFOs02WiZ6t8xrPnnaS3UlbhsNtKGBt6g9yO4961gUKLsIK4wCKAGPJHFG80zBYo1Lux7KOTXJaJevqFq+qMrq1/I04AYcJnCDn0VRVP4o629jocOj2rf6VqbbGx1Eecfqf5Vv6VZRQ2lvZjAWFEjGV/ujFUlZXEzodHj8qzMj7uRk55xUdi/wBt1Dez7lD708uQMFA4544J5qzI0kVkUgMauF5ZsnYT04APamaevkW5ZmUl334VSMD3zzms+p100oU3LqzdlUCcp1G+NOPRRk1GHOA/+zJJ+fApu4hY2J58tpCfcjFNbiNl9I0T8zmtziJGHylfQRp/WnBv3gPrLIfyFNyPPHvcY/IVGhykZzzskakAp/1P0gH6tUjf64/9d0/lUT/6p/aFP509v9e3tcL/ACoAReif7sg6U5j+6Y/9Mo2/I02POYxz96QfTimgkw/W3/kaALHSf2Fx/wChCuW8anS4NChuNQnWG7iDrZ7V3SSNnBQDrtYHBPGODnIpPFXiyTSLe8i0q0W91GJEkIZwqRHHoSC7c/dH414Lrt7rWoXgvtZW5e5uGO1nBy3+yi9h7CqSEzprvW7+4km+3Si3ZCWmQt93Pqc8msq2vE1PV4LRNXjsIGUs9w7nIC8hR6ZPauYmg1K4T5bC7MY5VFibH1NQx6LqkhBk0m5wTwQhz+VOwXPaYrDT3RW/4SDS3yBkrcYz+G2tONLERCP+2dMP/bxz/wCg15boejWYsWXUtFm+0hzhjFJ8y9unFdFp+ieHihebw8SOg3REH8t1TYZ139n2JOTrVgB/11P/AMTTlttOX/mN2B/7an/4muaXw9ojqJIdIgRT/C42kfXmpotB0pTn+zLce+f/AK9AHQ+TpLEK+u2Iz/01/wDsa4KbxVbW2qajpF9b3M1uJXjW5058SMuflIyM4xW1e6IkMa3EOnQWwWQIobIkfPcZ4x+Oa4TxNYPFrYtFMkep8eduOAMjgYHemkJslk8Q2GnP/wAS3Q7hmTOyXU7mRyvOchcgA1ueCdVs7+HVG1zV/JmWQTIAhfcD1xgetcvrXgzWdJ8h764tyJkDgoWYgfiKZaTJpVt5AXzll+Y4GH3ex/pVsSNjULx72Zm3YVWPlqwB2jOeTgZ+tQf20l3YC2uba72IOEtZWAY++eg+lOl0fX7qHFvo95GrISWlj2jgZwfbisjR9OvtYvI7SzuYo8jDTTEqpPfp0FSkmUW4vEF1aRSpYxm383h5JH3tj0DNzXa6Bctd6DaSyMzSbSrM3ViCRmuAvPD13p2pNb3txEyK2C1uchvxNdPomqagl5b6WIvtcKgAMvDRx9j6cVMkCZ2VlO9tJJNGCXSJnUDuQM1yuvW2o+JNMvdYtby6lvA8bCzixt2HCtjvnoa6iFJI5lbbwODz2qbxTHFIsEXh+OCK3MQWSKFBDjHYngsPx7VCdmUzxl7DVkm8i4imSUt/qXJZz+A6V6L4atNQ0bQ5/K8JveXkj7w8l95e3jgbcg/41mjTPEtrKZLNUic/xCRM/ma3tL0J7yySbXfEGq294XYNDBIuwDPB3AHqP5VbaZKQtxf+JobJ21Dw1q+nbcsz2tkrIp93csSPyrp9F8ISato9tf3Xiy6t5Jl3tB+6UoM8Z54rj9ci0u0McdpquqXtwjkSfarxnSMDtt4Gf5VkebjOO9LQep61J8O/CjTI13q0twoT5vPvQct6j0qaLw14G0aKSfz9NVUUsxeRXOB6DPP4V4y8pPU5qhfsU026uFdQ0a5Qdyf8KNwsdzqmoC8hutR02MwWTXZaBmAGFTyznGcAAluK4vxB4ktrg3CXF7cS20kzlEkBy6E5Hy9BzzWNY+Lo47Rree2wxZiJF5xuXBGPqAa0YvEdjbafHH5WkzFBw8mnFpTzn5mI5qVGXNdg2raFXSNC07Wpd9rDO1uCFd8kKhLKOfQfNU1xpFlayyWj2yq6HDFH5z9c80jeMLcvIUsYkVo9gS3hEK53Bt2B34FY99r8s8kjRQRwBySSCSR9Owq1z83kL3bEs9lOrFFLFf4JPNUHH0yOldD4Nm8Sw65Bak3EunsCZxK29ETH3gecH09axNOuoby2Md5awPB5gEDSLlix6/UV0Wk+IINHuZhKkrRSKqqsQHG32JHrVMSN/wAW3kkdvb2UJG+Y73DcfKDxn6nP5V19jqXjFtB0yfThoTxG3UCGeSRnIGAOQoweMEc1494j124udbt72NZPs7sCwK8CPgAH9T9a9m8F+K9LPha008zBdSgV0SGQbTKA55QnhvQ45FQ1ZDvdmdN448WKs1pf+DmR0IDvaTZbB6EKTzmq8fjfQXniivpLjTZI2z5V5E0XPIwTjGB9etXrvUnUTXMr/vWY7D6DoW/DoKi0S4W7T54I5oZEJZXUMeD0weDmp0auBsQXFpqsBe0uIblZBz5TK/HTqO9Z2tWAj0e0tPnKtvgI4OPMQrj88Vn3/gfRZ7g3NiJdKux8wubB/LHXjKg7fwwK57Uta8S6IDaauw1XTY5P3d7CgEmRyGdR/nrUpK+jGcQvwx8bYx/wjt1x/tL/AI09fhd426/8I9cf99p/jXsth4t8R+JbYT+HtDt3tAdgvbq5ARiOuFHP4GrT+HfFOoKG1bxK1tGTzDpdvtP/AH22TW3OybHkWpfCjWtLsVu59R0iOMxqzJPdCJ0Y9Vwe4qDTvBdpOeLi/wBWccmPSbU7P+/r4H5A17TbeCvDenS+fPbpdXI58/UZvObPr8xwPyq5ea7ptvYyww6naJPsKwxRyqGLdsKKXOw5TzTw7oOp6VrVlcad4Sjso45QZLm4uPOnCdGxkgDjPQV38lxHfSLNbsJIX+ZCOc/56VgWmoXkl/bLJeXDgyqCGkOCM1i/DrxVaaVq2u6Zq8uLcXUkllu4Hmbm3Jn3GDj60asNj0WGwPlmed1hgXq7dBXM+JfiBbaJG1lpakzPxgf6yT6/3RXI+Nvipd6jvtNFIihXgzjkn2TsPrXBtqn9nxOIv3moScPNJz5fqeerGqSFc7DT/B+k3tncaxr91skOX2NK2Oe29vvGs21s/D6Xavb3kMLbvl8q4CsPxzXEXFxLdNunmkmI6GRs4+g7VGF/2QfY1VgPVPEek3ItEvDI8gKgJeBRuPor44YfWvO5bR59QhRIgHlYxlM4Ab/DvUtjq97aW8lta3Ei28i4ktZHJjce3oak1Ga3uYba7g3fMuyZH6q6+v1BpCIIL/UNEuSbC+uLWRSVYwTFQcfQ812H2rV9X0TT7vU9Os9ctnST5pYvJe3w2CPNQjr15BrgXIYgDgDtXfWGmeIZPCui6jokM8qxpMsggkG4fvCeVP3hilJpDSb2M60utH8wNp+s6voE+cbZGM8IP++mGA+qmtxtI1rVo/tC6nDrzKPmkgu/NfHujYYflXPXf2W4lK6zo09ldH/l4t4jE2f9qM/K34Ypq6SXCy6dcJcug4eElJR/wHrn6ZoAvSRT2khSe3kiYcEOhGKg0xDfa4sO8KrNgueQKmsvF2thhasX1fbwYZoWZ1H/AF0GGH61q2es6L9sSS6sn0649LhCEJ/31H81/GjUDUi8HxX1yFjkEiAgeYVIBwfSu41Lwbb6lPHeRyJaz4AkCqWR8DGcHoaq2Gsada26XMoZLbb/AK1P3qk+xXIxWtbeLdBucLDrFoTnkNJtOPxrNtlpI8/8aeGBoVnpz/bvtHnXLAqU2gbUJz196w9LuoruzZVKyoCQDnqp4I/P+ddF8W9Uhlt9KS1uYpsJO5KMCBkKoP8AOuEjjg0SxMen6xHeSBsb44GAXPUAng1au0S7Jix+F7KC+eIzTOsiFoUBCkEfwkkEH60lrpIthJe3lhcQi3ZWRZ7pXWU5HG0LyKhsNTe+Xz3ndpI3wpfkgdRU+s373iS2kjCHzGWa2kP3TgcqfxzT12DQ0IdZgXVvt9u6yKxXdG/Vsfwt+NdLqF495on9k6ZPcW94ssUcM9y6hBsQKcjkc888AVg6d4dtV0uzm+zRm4aMPKWj3tIx5wDngduK3ba3ZWwunBSBgkLyfqc1nJa3RaehS0jTPE9reBdX1TSpoMEeWLmIyN6EYI7/AF6HitLT9UtluDcy20krb+RA42MEXaOTnklzk81X1GDVzFN/Z0McM6KSpeMFJFA5GT909cHp2PrXnKa3qswWGycocYC2sQDfmORRKLktGCajueoy+FtDuLq6H2NQ5CiWOKVlVSRnbgfd4wce9RweD/D9u26PSYyR3kkdv5mqfgWC5srNEu9qSXbmWKJjmR12/Mzg8jkDrXUT7Vzz8wGetD00GtSLT7Wwim8uGytYHYgIUhX8eSOtZ2s6hcz3sVreBI57ZWiLoMCRScg4+npS3EhHOcE+9Ymp3M8pjzL/AKvOwqACufw/nREUka1qf9BGWzucnr6cU/j1FdT4XGl6x4etrm5+ytdrlLjJKkOD3AGBkYPFbI0zRQeY7L8Xb/ChyVwSODjxuY+igVka9r8Oi24KlXu5P9VHnp/tH2r1Q6fooXCxafn1Jc1nz6DZTSFk1Gxtx2VLbdj86XMrhY8Fjls7iOe8vLh7y9ckBACFU+pPf6VDd6bq9xtvY5Io1YBQquVJx3IrtvH2g6foAj1FdRF3JJMqCFYvLEnrjAxwPauHvdcvLwqqlbeFBhY4x0HueprZO6uZtWZpXemTi2WOUyJdBAFXzcpKMZIJ7E9vyqGx1SazgVL+0m8t498bbMsByAD6jj6isyTVr5ois1zJOgXAWQ5wPY9RX0bDbQ3WlWX2nXJLeU2sSypBaAZbYM5J71MpWWpUVc8H1K+ttXsYLe3idGVsgsBlPb6VTbQtSheOOKaJ/M5ADstdL43sdO8M69AbGR7qSYM7JKmwBezcep/lXI3Wo3l5KZZ7ht3YIdoH0App6aEtanUaBo7wSNc30z/aoziIZLKnuQeTXV2+kWtzaSajcWNrPABtM8g272HXb6kd+tcB4Z1PUYvEWmxQXUmZLqJRu+fHzDkZ9Oten/FzULceHlv7C4MF1Be7A0IKFo3ByD+IB/E1L3syktDnNU8I6te2cEmh6TdI7yrseKFvLZD3JweB1zWvZeAdfFmq3mkxtOvUhi278xWMnj7xB4b0+xsLq5t8rApQsu9iPUn1pU+LOtShylxCfLG5gsDEhe5xnoO9L3hnV2Hguf7EDc+G4xISc+dGuR+HNa+nXGn2erW1pb6NJpRV8TxPFGiv23fITk++Olc4nirxZLbxTx6hpbxSqGR0LYINY2reMdajnSLUrxIyjBtgDYcfXkEEVOreo7ntThZbchsn5irDpWbdWdrq+m3elXcQFtcRNDKq87QehHuCAfwqTQdQj1PTUuFYOJEGfy4P4jFEgeK5zvL+Ydu3+4MVEtGaQXMmjy+3k8YeBIEg8RWUl7o4JSKeKVXljX+8pBJ298N0z1FddbXccV2lt51xHJ5Yl/0nBeVGPy4XqxPt+JFcx8YL7W9PjsZra8mXTL+MwSIrkBZE5I+hXB/A14yzksMsSQOCW5FbWTMW2j1HxHompy+Nr/XdSD/YbGza8i3IQAV+WOPHu+0/TNW/D3j7U7vUrCzk06zlkmkWPcpZcZ4Jxz05rmfNTS/h3p1sl/NJPqs7TXNushCpGv3QR0JOFOaveA1SfxjYeSjHyy0hLjoApzR01DqezStbzPmW2DkMGyGIyR7U4yhtqImxcgYHpUQpy/fH1FY2NHOT0ZtTjaJFyPlijj/E4NKfmlYZ4Nwo69gKV2Dz5wMPOMD2AqOJ8tC3cvI5rYzHowJibPVpHpinEQ6cWx/U0kfCx8dIHP55oI/dvx0tx+poAdJwsvTiOMfyp7n95If+nhetNlRsTgKeFj/pUN9dW1is0l5cRW6iZTmV8ZH06mkBMnDpj/ns4/Oq015HarbplGmljdURpAufz+tc3f8AxL8M6fI2LmW4ZZS4EMfBH1JFczrXxY8MalbC1fQWmiUkq0si7lJ7qeqn6U3GVtATRwPi/VtdtvEl1FPqcjLKTIvkyEpg5GB+RrLtfFeo6feWt3NKbpbbhEnUOFBGOM1HqUkGpNGyXaK6ZADk9D2zWbd25jDIYgiMPl2tuX8DVpaaks9HHxoj4H9kQA9/3CVIPjKf4dPtR9YVrx+PBmXd0J5roIrO1EQLNk9zS5UO537/ABku3XbFa2ik9AYc/wAq2B438UALuttOG4A7cYI+ox1rlfC/huNXTUZYgWIzAH6L/tH39Pzrp3ijjQEgbicFvX2FS0hl6HxV4rmj3rb2CqPV/wD61SL4p8V5GIdN/Fuv/jtOCL9jQIOAKp5IfFAHmGoTaiddewv764IW7CuPtDMqgsDkZPoePpUvjFBbeNNXihnlliE/7uRz8xUqMZP6fhSeL08vxZdthTlkkwwyDwKy7++fUL43EqgSOgDY7kVaJGC4nXpPL9C5Irr/AIbQ2ep+OrKPVIvNhjR5cKcZKqcfriuMqaz1G40q9ivbY/vI+2cZB4I/Khgj6nntdBmtZ7dIrlTLG0YbzjkEgj1r5RZSB5TZ+QlSD6jiu20vxde6leJaRWshnYFgDeBRx+FcnqsEtrq95DNEIpBKzFA+7bn5hz360lfqOXkVo3khbMbsv0PFex/B59Lm0zVLrVLRJ5/OSNWJxgAE8D8a8bFaOka7c6LJIIY45I5vvrIxUAjvxTfkJH04bnw0vXTI/wAXpv2zw520qL8XrxnS73VtX09L2C109YnJADzybhg45GK1INK1y4j3qNKX2LyH+lZtstJHqB1Lw6v/ADCoP++6rX/iTw1YWUlw2lW7FR8qAglm7CvPTomusMF9HH0WT/Cuc8Y2Gs6RpkF413bKnneWwtQwPIJGc9uKauDsb1yyW1rdXl0Ekv7qXzMZHylsnt/+rpzXOyE5J6c9K47+1dQJz9tn/wC+qQ6nfnre3H/fZp8hPMdS7+9YN3qUrSlbeCdgAVdXiOG989qonUL4/wDL5cf9/DSm7v8Ayldrm42McBvOJ5/Omo2E2VxbW8sn/LWA+hQkfpVptOhWIY1CNh/dEMmf5VELy67XU/v+8NWbfUzFY3sEsXnyzqoineRt0BB6rz3qhFVLWEH/AFk7D/YgP9aeYliO6LT5pSO8ylv0FRm4n/57zf8Afw0sbSzTJG1w43HGXlIA+pJwPqaAL1ormV7u4WUNGMRB1CgE+gHSqWo3MjXECeYTsO405d0d+0fmGQKSoO7IP07H8KZqdsUZ3/5aIRvGex6H6UdQNiLXdVg0xLG1vJFt7iBlkiJJVgcqeOld54Pe01Xw5NpWoQ74bCVpBIThlDkH5COQ2R1rz/Q7FtQFoeVjUMrOVO0YOeSK6/wxPIuj65HDIo2XIdBj7x2dfwx+tTK1hos3V7O872U8xlkThJT1lQdj23L3x16+tbHhgnMSNGXYSMFGcYyOv09q5iNGuP3RRvmO4Orco394e4rtfC0pPmLOgjvoCEkQDA2kZV19m6/pUSehSLGuXsdsuwqxM0bKxRccjHQAHr/SszR7K9uYZtX0a4aO7gmWK2NyodGJX944U45A6Z45qPU59SkF9MhYpDO8akStubPQADvzgVHd654iXT7G00zw5qdhLC26KeW4jCv2/eAjoQD3FZxiU2UL7w/rPhqN9ctNUuIobm4UajFaMIA4ZsblCjC4J7DvXUP4GguJV+06jqMvc77ud9w9+QKp6hJrtzLZnxe0Vtoi7ZpF05jONwPAmbqozz0x713Edxb3KiW2vvNiKgr5b54PQ9a0k2JWOX/4Vv4cKEzQTSDHPyuT+uTRN4P8P6JpMlxZWBWaPb5czocg5Hc10k8jR4Au2QkgBj6/jWZ4gmf+xmVpXbfIo5/OouwsjkhcxWUq3k7bYoCJJD6Ac147q99/aGoTzhCkMkryJGTnG5ifzrv/ABNK17cWWgwPhrtw85H8MY5/z9K4TxBbLZ67d28ahY1kOwDsp5H6VtBEMpQy7dqnoDn8KiZi7FmOSxyTSxI8km1FZjtJwozxjrSY6H2qxAB61IBzSAVIq96AEAzTslTIn8LLux7inKKJCAWOegx/n86QFbvXtPgrVItP8H2IaQIUgdyT2JkbivFR1wK66z1fU/DEVsLqyWexkQNGskfyluuOe/NZVafPZedzajU9nzPurG94g1251dzbsxELsXCyvsVj0JAGT29ql0fwxJNH5zi0jAUmNobcSEt2BYtx9a4b+0jd3ctxJsR5WLFVXao9gOwrb0rV73TLhZrK5eFwc5HI/LpVWsjK+pvm08R6i16LSG0u1tHEUibPLmYexBG76E07T7DS72ZbW6exsr7+KHULF1P4HdzTtH8TG0vJbhneCWYjzTt8yJyO5X7yn6E/Su1/trRdb0/Gr2Ed3AvG6Iecg9/7yn6gGldlJI55/A2v2eLvw/Jp8EndrG5dY5B/tRvlT+dYmp6MTL5/izQbvT2PDahph3R/V0GcfUflXUiy0iygnv8Awx4x+xJEhaS1vHLxgenOHX9ap3OveJtQ021mv7e7tdFmXMt9aQEvKvp3KKf7xFK7CyOE1zTbCw2R6bqAv4pLQytKH3YJfAHqOB0NYkWY9PkA43zDGPpXT6qmjWl49xplrLDay2u1YZMtu4P7zd79enauev5lmgiMMaoNzY29zwK1jsSyWz1BJpnW4RVUqdpgiRGeTgDccdP50mqNG1l5ckoj5+QsM89xWO7FJmRW4Q7Qw7mpdRnF3HaAH5mJDfXIFHUR6xpY2RWUefuRKPyWtYKozhVGeuB1rKseb7A6KhH9K1hWEtzWOxXv3EGlXspx8lu7f+OmvL49fmSIJBNb2y4/5YwH/CvRPE8nleE9Vcf88CufqQK8dx7GrhsTJnTf2nYRtHPa67q9teFcSyrEDv8A/Hgce1dDZeOdMt7GOG5lv72Zc7pnhVC34A152ijzF8yOYpn5hGMNj2OKf5blm2QTbc8ZQ5x78VTVxJtHfT+ONLcEJDdDIxyo/wAaypvEmnynhZ1+qD/GuW8mYDJglA9TGf8ACpPsN7t3/YrrZjO7yGx/KlZId2zrNG8WxaZqAe2e4AlwkieUCGHbjPUV0zeOeuHnOPS0NcL4Rspn8S2sjwyqkIaQsyEAEA4/U11XjDWn03STbRykT3QK9eQnc/j0/Ok4q4XaLA8fmRtsMksrf3Ugyf0qG48f3luu547hFJwGkh2gn05pnhLT00TQn1K8YRSTr5js3/LOP+EfU9fxFcv4u8QnV7lbaNn8iF8r83fGOR60uRX2DmdhfFHii48Qm1hlPyW7M+CMEEgCsCpoLDUbtXmitLicKMu8aF8e5xUG1s7Qjk+gU5rS1tiW7jkBaWNQjPudRtUZLc9B7139z49u7W58qaLUopdu4RtGqtt9cYrhLWQWt9bzzeZGsUgfOzkYOelNv7yTV9UkuRuDueGJzn0zScU9wTaLuta5L4g1VryUuVSMRR78bsDnt7k1QqyNF1OC1+0NZSNCT/rEww/SoFinY/Lby/8AfBp20C5a0m+XTNWtr1mK+SxdSDghsHFJrGtzar5UUk0jxB977u5+n0qN9NmeyNwwK7ZQm3buIBB5wOeuKTTdKmu9Ss4THKVklAkzEy7Vzzz9M0WW4Xew/wAR3bXepl3dDhVVSvKlVGBitTwBDI/ia38sF0wxlCD7q/7We3t3rH1OzvbLU3tZIZImydicnK5OCK7j4e6VKLp9RuVeMwRmONWGNxbqT9KUnZAtWdC2iwaQZ5rRCNPaTfNEpz9nJ7qvZc/56VDrOlwahbbJD5mV/dOp6dwR7V10Fkl5Yi6s5l+1xM6OByOvKMO4x2rlTrdtBqd5ockK2MsRDxRSZKuuAcofz4/+vWSbZpY2Phxq66fZXGmXbCM2b8FzgGM8g5PbrW/4r8ZeHNAtvtN5frNMyho7S2kDSS9xkfwj3P6153qGiandSW+oWsaDyCtw0jSAL5WeSR3BB/wrB8Q/DfVrjWJLjSzaz2k6rIkgmCD0PDYPUGqtF7iUnHYoeKfiHrHjCP7NdCG30+OXzorWFeA2CASx5JwT6D2rmPMeSNLf5du7IwgB59T1NdXB8M/EIR98MO7jbtuY8e+c1ai+GWtmdEItoQ8oRZJ7tNqg8DOByc9qvREmGZfOWHH3ETC49P8AIrv/AIXWu7Wr252/LDbbc+7MP6A1T1SL7Zrmp/bbRZ5IQlrG+nosUIMeASF5wMBhgda7XRL7QdA0iIyeVpyXT58yfKmRvTJAGAOnPrUOd1Yrl6nUU5c71+tRxyRzRiSKRJIz0ZGyDUiffX61kM86b4v3wK7H0pAvTbbMcZ+r1BJ8Wr/ChL+1jwpUCOxXgHr1JrhE0IP1G36uRVhfDduR89wB7BzXVYyOol+KWosOdauB8uzEdrGny+nSqbfEnUZ5Ni6trEjP8u1ZAufyWsY6Do9vGZJppXx/CkmCazJp7ex3GCIx7+FXcWY/iaLDOnuvGGoopaTVNQZu6vdsR+NYbXPiDxLOxsrW8vTz8yqW6dee9RWWmrcBrjUGQnadkG7gem7/AArovCd6NO1SymztiD+WwB4Ctwf55pPQDGTwL4omUtNomoMMZOSkY/U1Lb+BtWkt0m/4R5VhdkRZZ75VDFugHzcn6V7VqCbrcP8AZ3uZIJBIkKPt3sOME+mCfyot7MiTzrtkmlXKRqi7Y0QMSg29NwzjNRzlcqPAfEvh610S6t1gvYbqGdCd0G4eU4OGQhuc9Dz61iuZLZ2WKXzIc9SuAfwr6V1bQtJ16B4dTsYpwwx5m3Ei+6sOQa8F8S6C2h+JrzR4t8yRuPJLkAtGw3KSeBnH8qqMrikjmZY8Aypnbnkd1P8AhW14fV7y4HnoXgj+97+1Z6qI3DsU8v8AiyfvD0xUkUslu4a2mmijY5VA36H1qiT1VtYtNK00XV1IEQ/Kkar87+wHaiG8kvraC5ki8ppUDeV/cB7Vg6Z4cuVaC/1wtJMy7oYJDnYP9r39vzroCcnJ61myjdsJPMtdvfFQSDEn1pmlyYYrnijVQUsrghtvyH5vTPehDOH8dWIOqWd7ufy5ojFJ5OGYMvTj3BH5VyMgjhjikZ5DI2RtYDg9/wAOmPxrqPMiV8CXnpkLiuLkbdtdj8wJUgnv61oiWbFvp15dxmS3gDqBknzFGPzNOi0a+u3aFEjVgOdz/wCFM0/XJbOFo1t42zwCSeKZFr99DcmSIxRtnghM4/OgRVikn0W+LsoYjgkcfke1Wry7l1nUpLp/leUKMt3wAM8VmanNLcXHmzSF2YZyaS0u5o8bW+70DDNAG4dBvUgEzNBsPTEmT+VJJ4fuH083Jnj2g42oCTTJPEN5JaiPy4QF9FNVV1e+ktpITcFYz1VQBmhgbXhfXTYajbWkrbFZ1hwOhBPf8TnNevabu+dME4NeEeHysV8b11DtCR5YYZAb1/Cul1TxDqsmltcW12LcqdzyRja5GQMAjpnP6VLjcpSPYazdd0aHXtGl06aV4ldlcSIASpU5HBrlvB3i29v7GW3uIZLxoTmOd5QHKHs/HJB6HuDXUDVJiMmxK/8AbUH+lRZplXucgfhbYr/zGLs/9sUph+GdgOuq3p/7ZpXaC+Mh+aEr+OaXzoG6vIv0jJo5pBZHEH4caaOuo3x/4Cn+FMPw70oHP22+z/wD/Cu6K27g7ZpPxiNQPATyhJHuMUXkFkeP+LNLtdA1G3tbV5ZVki3uZiMg5I4wB6VkW5M0hTZnHoTXoXxF0t5dDiv/AC18y0lAZgcnY3H88fnXnUImgnEscbSKOqr3FarVEM1FsEeNiEcOBxuPGazHkKnhF9D1rYlu4VtV8oT+a44DqV2/iev4VmxWxnnRB1PU+g7mgQ69zYT2zwgAtGJBk9Dk1A19PeTs1w+7KFemMDrVrxBIj3luiAERwhcfiay42ClmkOB04FMDa0y6ubS0jNrIVYzENgZPQf8A169A8Ez/AGjS9Qso7SP9wwkecfewxOc/kBXn+msGiZEI+ZlIP6V2/wAPbQ79allcsgdIQsRzucE9D3HT8DUS2Gjd0DSy1xmYYUEhvpngfjWjqMhsL2HWFHFqfIuwO9ux+9/wA4P0zWtFai0tUiyC4+ZyO5qG5ASGRyAzXIMCxkZ35GD+lYXuy7WRzHiq6MevQaXp7DKt9pmcchiOR+Fa+ss9zoem23mypczyqQI5Nm4AgHkc9c8etcx4fs9uu6lHcTef/Z+LRXPVkXOD+S4rrXjjuZ7GR3b/AEQAog6bvX9atqwtzf1Oa7TU3a2lUrHGkJDDhsDnPr1rmRPL4dv5buK1W2spX/fWiZKEd5F/unPVRwRyOantNVlkmlBOULM2AMk81r2tra3Fj5Qt2SGQEtHKCDk9cg9Km9ijQV2uYY5LVo3ifk5Pb2x3rJ8TfLaW8efvSn+X/wBeq2gKLHVZ9EnBfyR51q+CcL/+ogfhTfGtx9mtY5CTlIpHA7sewH5ULcV9Dz7Rj/aHiPVtVPKxsLaEn0HX+X61zni6Qz6i0JsQHRvlnVuWB9R0rp/CsYi8NQEnLyO8j/XPQ/lXE+IIr/8At6/CtKUV94G/op6YFbR3IexlkXNlKXR2jYDBZGwcHqKRMTD5cbh1X1+lV3Mm75y2f9o0wEg5BwasRdXBOO47VIOlVftbsAJAHx0JHP50LchGyIgxHZzkUAW93XYMmmCN51Ih2vtOXJPU+gqrJcPL1IAz91RgU0e1AHR6JpriTzzHA8q/dE0hAH5Cus8eafqd9o2nzWoX7HFGJGt16+nmdeR1HtXm/kSbtg+YkD7pyOa9k0/UYrCwtIZo0KpCI5ZGI4AXGAO+aiWjuVHVWPGvmjba6lW9CKu2ty8bDDHHp2q34uutPm1dhpkbJAo+YHoG749qxbfzmf8AdjOOueg/Gq3RJ11rdwycTBkz/EvNdHbPZWsMc8DP5rHZEsGTJKfQDvXDRXlvabd7xyS/jsX/ABrYtNQFuDe/aM3HRJQeR9MdB7CkB0erzjSri3u9cW2vJiQF05hmNf729v4mAxz0BrWsrnQDEl3bXOs6B5wzG0M7eT7gZyv4GuT8NXun6lczXmp3SPcEFQk3/LOIc8epNbmharY20V+0Ucltau3yQlsx5z97HUHHYcHipaKTMDXpUufEd/AL9buMhQLgIqh/kA3YXjPuOuKwLmHyUt4upRc/jnNdF4mso7fXl1JCkNndr8r4/wCWgH3SvUZx6d657UndXQouc7QTjO0GqWwmZO5VBDo5OSchsZ/Sr+iQi61iBSgC5LBeuMVWe3kjcrcKFbJ+7V/w6Amu25VtwbK9fUHtTYj0vS/mu5T6J/WtcVk6MMtOfZR/OtasJbmqMDxxL5Xg29APLvGn5sP8K5b4ZX9ppvi+S/vpCkUdrIBhC53NgDgD610Pj5wPDcUZ6SXS/oCa4LT5J7BC8UrRPOMnBwdoPH9auPwkN6nusnj3TFGYo7xx6+UEH/jxFQL42nndVjjhiDHAaWUn88DivG/7QuScm4cn13Cn/wBo32Pkuph9GHFLkK5z20a1YXSNp+t6hAUugUAhOVjPZi2eKz7XxGYdGvdHn1JLgqdlvMr43IGHXPTjmvHftl//AM/M3P8AtCjz75h808p+riplRjK1+g1Va2PTWvbf+O9hA75lH+NcBuXxF4vWa9bydPRtzGTgeUnQD1J9Pes5hdN1dj/wIUyRLwLnzHAHcuBWiRmdTd3TeJ7yaa4k+x6NYhpEhZgslwygkcfh+A9685Du0hfPLHJrRmnuUR99y7DGCPMzms+EZYVSQHTaX4qOmWckDWe8sP8AWJJtI/AioYr+WdzMtrdEHnKrn9apWcEckrNJjCcgHp+NdXHG9tYwzXYNrFIpIuLgFVXj5QqdWByOfTtTEchqGob22CJlYDB3nn8qo2tzLbSBoyvHZhkV1niHTreWwhu1ntJg4CpNA2CX5yNuTleOvUVyMS569qEB08vi6ebTktJLOJQB96NiM/gc1RGpIicwse+NwrOPUCiY/JTAsza1cSQyQxAQq5BODluOevau7sPEtxNp9u8soLNGNxI6nGCa8yZXUK+1gp6MRwTWpFqMcNuke/7i4471LQ7nqn2uK/soru7tbO6nknAWWa0VpECAdJNwOOehFdD58fkrNhVVYyx2oEGASeg+pPU9a4/SLO8NjawlfMmSPesSAswLc4IHtiututIvbnR5bW2KC4eLZhwVwe/9axe5otjkNJ12606+a9tX+aRi0sbfdkHv6H3rb8Y3Xh/xH4IvtTdQl9YxhkQ/LLG7MAPqpJ+lcjfafqGjzrFfW0kDH7pP3W+hHBrE8R3W22hhDbt7HJ/vIO354/KtElfQm4/wv4yk0hVsNQD3GmFhgdXgOc5XPUeqnivY7W4hvNPtZra5W4tRFshkU8BfT/GvnJ0AG5Tle/qPrW94X8W3vhm5Pl5ms5CPNtmPyn3Ho3vTlG+wlI9F16+8RG+aCxNzAmSEjtYQ7uB/EWPAFZur2Xi7T9Lhv9ag1E6czqn7+eIgsemVXnP1rq7fxdYrpP8AbltdsLRSFkKxl2Qns6jp/KsXXfHsHiO1NnYzQtBMv7+KNSrPg53YYcH6VGvYrQxE1GQwR+XO0cUo3bWA5xxk0y68ZW8txFaanp41u1iHyrK/MPtGvTp145reW38O6lfafbwCaSCG3WF5JIzGSckkkBvfFdFrPgrwlrlrG0VrbabIqhUNurB1x3bHDH8KSaT1G72I/DOvaTfWyrokiQrEuDaFdhQem3uPpXUf2hH9kkl+66Lkr/hXnWh+B7rTNVS5mvYnNtN8k8eQ00eOjA9weMntn2rtgpaYKlu8pIJIQLgAepJAola+gkeff2hOSAJ7YkjoJY//AI5TpdRuYYy8j24GN2A6EkewD5P4Vyo0qRWB3IfXird0wjgSaYJthTy4uSSFHuf0re5mVtY1aWY+ZMQSOEjXtUmnWE1iZby4hSS7VNzIzKTEvsM5z05xUvhrRDrGqRteRgfaVKWiuSuHIyjfiQB+Ndc/hLULS/lmlNnJM0YjbzLjlRtGR09hz7UhnNPcPNKpJAGOAoxUSLs3L6MeaUxPA7QScSQOY2/CnPgSBv7wpiPWtIv1vNDtr6RwoMWZWJwFKjDE/lmr0Usc0SSxOHjdQysvQg965DwNcrPY3unShXVT5gRuQVYYYY9P8a7BQqgKqKiqMKqLgKPQD0rnkrM0WxJXm/xP8Lahqmo2Gp6XYy3TeUYLhYlyRg5U49MEj8K9HFKzpFG0kjhI0GWZjgKPUmhOzuDVz5lvdPu9Nu3tr60ltbgKH8uZQjYPQ8881s/D+7srbxhaw38EbwXQa3R3GfJlcYWQE9wcc+9dL8XrV4/EOm6gTEIbi08oMpyxKkk5Hphhg15o453IJCy8q2MYrZO6IejPbtQRjaq0gIkibDg9j0P61m9aZpmu2134QfUZnk2RRlJTI252cAZ57knkfWuVl1W41JyC5ihHSNDj86hJjOuh1K0s5x51zGntuzVm61fStQt5rdLtT5kZQ/Ke4rjoFiQcIoPqR/Wh7uANsjHmyDn5cfL9T2HueKrlC5zj3ogmaJoyJEbBXnOaprouo3NreahHZzfZoDveUjaAM+/X8K6mPxRLHqUFtp0iMzKRJJ0Vm6gA4zgdK34denv7a4s7+HcskbRsDwQGBGQRwRTYjzBD0PrSyZD59aYoKEqeqnBp8h3ICO1MRHcjdCh7ioYThsVO3zQEVVThxTAuj7ppIMb9p6dKctMztloA0tLktbVZ4LtXDM+5HX0q+to2sR3Wn6eQzMizLufbkrnIx06HOaxLn54ww64qkkkySAxSOrDkFWwRQB6B4ZN/4WuZIktkvPtCKsrg/LAwPIyD83autTXb5v8Al2tvp83+NeMpJqLfKlxN9POx/Wkka/Q4eaXP/XbP9anlGme4RahfzHlbVAf+mbH+tWlF44z9qgH/AG7t/wDFV4EJ7oHm5lX38w1ZT7Y44vn/AO/p/wAaOVj5j3f/AEtB/wAfkI+lq3/xVVLi71GPIikglx/0w25/Nq8aFrfMP+P785z/AI1c07w5rWsXLW2nN9pmVC7KtwOAPqaLBzHfXF74h1FWsr3TLFLGYhJW89d4XcDnGfbpWRq/gO/s7oz6ZGZ7Vj9wN+8j/wDih7jmuOvdGv8AT5TFqGbaTukpIJ/PrXf+DviLaafZR6X4iZpYIgFhvIhudF7K69wOxHNFrC3OYHh3VpbsxmyYDoZHOAPxqSXT59NLQyQ+VvGTO3fHpivT7zxj4Hjg87+3Vm4yI4oXLn8MV5p4m8aQa2/kWim2sFOQpGXkPq3+Ap6iOXuZXluZJQpjVuBsXLYHA57VCwhZAnlSjHQ4q015BjiQn8DVWa4Rx8pJ+opgW7OTEM8caEfJwG7816h8Ob4PZvYpEkUNriMSAZMjMWJY+/QfQV5JYeY11iJNxIx7V6/4RFvpvh3c8scMsRa4uATyOQBj142j8azqbFR3O9ELSzuuAFbB3nqMdfw71gT3jHxVdTMM2ul2gZF/2iCxJ98BfzrUfxBp6JCjC4QzsoYmMZCkbscH06+lchPdq+k6q4kU3eoXJygPIQt/LaoH41lBdSpDPDunMCmo7m8y6gm89f7wLLtP4Et+dbBeSNsKQM8DirlnYyRxtBCoYxQRxjnjuT/SqTRyBDKUYRqSN3bIGTVPVhbQzbC/t1mni+0QwSCVoojLzyAD079a7ixjlCLh9zEDOBjP4V4c8Ed7ewXD+eYpdUMVwIyceX8vPH416r4m1W4sdFaTSxlpkb94rDIC9QB1z70SjqCY23u/tvxRuFhfEdpZFJCBnJ44/Osn4rz7bKKIkZZVHPf7x/PgVN8JrRTpd9qUys13czbTKynBX0B+vWsj4uS4v1izwq84Of4R/jQviE9iv4cUL4Xsc5yVZueOrGob6182di9qCm3iY4OT6e1WdBKjwxp2Mf6rqPqaxHuNRXxPLZtcg25TzCFXBdByFP09arqBzGt2m1yyoB9BWGRg4rstWhMsoUDG44zjpVtJFm06KHw59kt5Av7/AO0R4lz6hiMYrRMho4L60V6DbJLdQTrr8tndq67Y0hQb1b13ADFcXcWwguJIt27YxGR396YEmlaNcastyYHiU26CRvMfG4E4wo6k89BWgdJn0+6ks7yLy54mAdDzjjP8iKXwtE8niC0t0O3z5UjLDqMsB/WtHUo/I17UYS5cRXUkQZupCsVGfwApX1AfbWqB1wgEe0ZJPO76elbd3p891ZNcQn5CgaTOBjGB1Pv6VjwFsxvuKquVAGAGJ9fU12fh/Zc6bNHKpby8lVCg5PYc9PrUSKR5rc2OmpC5a5c324qLcIQF9ye/0Faml/u7aS0Iysch4YcE+uK7m50WKdQxQROw5XIOPbNcZcRmz1q6tyc+W238gKFK47FhRGrA+TEQDnBQc1zWqWSaReOYWE1lI/Bxgxt12n39D3Feg6X4b+167Y6fd3QiivYjLFPENwbHYZxz1H1rm9U0w/2tcWEzbZSWilRxwdhxkH1GAaIsTMLTtGl1jUoILI/NI4Bk2kqoJxk46YrptQ8J+KdEjMo2z29u+QY23fjt64/CpPDUreEhN5Nykjyn5iV49u/NdKnjK9lsmkSW1Nwik7GgbHHUZBx05H0NKUmnoNRTPMr6e5uZPLuomt5Y1CtGykEEZw2Dzmq1zeqLhkxKCvynDDGfxFdj4u8SwausFpdtbyTI4ZJ4rco6gj7pbPIyemO1cDdxSJcSEfOM9e9XF3JZPJMZEwpkX64P9K0PDcbNr9sWYNt3Nnbg8KawzJKgGVwCMjI61veD3aXWyWxhIXPH4D+tN7CPTdI4imPq4H6Vp9aztMH+isfVz/IVoLWD3NUc142iSWxslkYJFHI8sjHoABj+tcBLrGkSuGbSGdlAUOZyDgdOB0rpviZcOsumQJkjY7svUHkAf1rgvOl/un/vkf4VrBaEPc1113T1POlZA9ZjTz4h07H/ACBlz6+cf8KxvNnxwh/75H+FHmTn+Bv++f8A61VZEmr/AMJBZ9tLX/v6f8Kadftz001R/wBtD/hWWfPb+B/++f8A61RmKU8+U/8A3yaLIDUOuxn/AJch/wB9/wD1qjk1W2lbc+nRucYyz1neVJ/zzf8A75NL5En/ADyf/vk0wLFzdwXEQSKyjgIOSynJPtSQLg5qBEPmhSuMdRVsfKCKAHQzrDcIZFDx7hvQk/MM8jj1HFdh45tG1bWdPltrrzluLRfs8SqXYgd8KMc88/7JricZlHtS+Y8QLI7IR0KsRikBrXUFro1ld21xCWvJNgtmbGY1ySzMATtY8DB7VjQD5c1WJJJJ71bi4QUwHgfNUc54qQdM1GV8yZEAySaQHfaHGsXh+1iwrZUuwI4BNRXd8NIUajAhDo2xXES7SGBDAZHPGajsL+Ca1FsjKJIfkZCcZx3HqDWZ4luLiWBYmziNtwXFT1K6HeeG9Vs/7Jjt4mC2hcjepwHOSQH7g84IPoCMjOOqQ2ccO9Le3YY4IQcV872d/dWM3m2k7xORhip4YehHQj2NdDB41vQm2a3jJx9+BjEc/TlfyAocAUjvdd1m8MhgilWS2PLW1wPMjb8+R9Qa8z8SXMUur7Io/LWNANmc4J5I5q7J4ja4bdI04z1zg/1FZS3sEEt5K9uty0wZUaUcDIPOM9RwR9KErCbuU13DJUE468dvemsgILJ0HJX0/wDrVu3umx/YlurAsoaMCe3YfNEcZz/un1rDG5W7qwqhF3SNUv8ASZ2uLC7lt3I2koeGHoR0P41rR65qd7eIiQ2L3ErBQ32SNSSffFZEUURjDEsjHngAr/8AWp/lkZYOw287gh4/WkwOh/4SDXNK1AWhmsoW3LmWO2Rl2n+LOORjmui/t3VA3/I76Sq5xk2iccdx/hmvPpN80hllneR25Z3yxP1JNPt9VfTw8cFyqFjlj5IJ6Y6mixVzsG8W6/58kY8UWmxGwsggi+YeuMdKdpviPxfqupy2ljrloTCnmGeYRRR/99EYz/hXG3M8l/KJ5pQzbQBtjCjHXoPrUkcd7p4hu4zcWwk/1U3lkK/0J4NKwXO2Sxu7iEzR2s5tl4knWMlVx1GfWsKb/ic6slqoxbRgNJj+6Oi/jX0DPFD4b8Ow2Fu2BFGMnuxI5J/OvItT019K1aXfEsZulE4wMZzQpXdhNWEMsqlGR8NEQ0eABtI6fyFetM8eq2VveB38uaNZAoxjkc9vXNeR7ict0AGST0ArW0rx9HY6BJYRQGaaIsYZnYCNQeeR1IBzTkriTIvGen/Y/EZnBJS9iEmTj768N+mK59sGL1KnNa174oi8U6TIrBftWmskySjC+cp+WQBfbg/Ssno2Ox/Wmr21A1/C199i8Q2rE4jmPkv/AMC6frivS9k4vXkM6fZvLCrDsO4Pk5Yt6YwMe1eNIWX7pwyng+hHSvYbG7F/p1tdjpNGHP17/rms5q2pcWWwaJIo54XhmjSSKQbXRxkMPQikBpwNZlHM+PvDL+JfDuLVC2oWTGa2VSBu6bk59QOPcCvC303UHVHNtLtkUlGfgMAMnGa+k9Qubez0y7uLuZYLdIm3yHtkY/E+grHsZp/+EVhmgaLNuQQy2sIYe+45/lVKTSFy3PGv7P1O10KziuWaOGYO8St1XJBxtPIznOT17VhLfNG24odw64bH9K9G8TxPKl3Izs8smJDJLIXZiPVj7EjAGK80uMJMVZEY/wCy/wDhWsHdEyVmWJtbkdNqxD/gTE/oMVRnvJ5k2PIfL67F4X8hUkVoZssFRAP70mKtJpyAbnkUKOpA4/M1RJDo6S/2nBIg+42cmuuvtXttPXG4POeiL2+vpXJy36W6GK0OT3k6flWfvYvuYkse5pNXAvXDb7uZuBvO/H1po+4R2NNYODG7LhT8tSCgCJeVIqqeH/GrfSRhVaYYkNMC1G2QKbLw6t602Fvl6806bmNT6GgCXdlMVUlXByelTIeAa1/DP2c+KNPS7gjmgkl2NHIoZTkYGQfegDnfk9T+VL8vqfyr2vxJ4c0M6AJBplrBKrtGrxRBTk8jOK8xm8OXCKuwR5H3iW6/4VKlcbVjIit1k6ybf+A5qytjbYG66b8If/r1fW2e2QJd225B0kiA3L/iPr+dT+QPK8xFjli6b1Ucex9D9adxGaLC0P8Ay9SfhB/9evXfhbbWJ0GeKzz9oEu25dk2s2eV/DHA9815bKkUo2yLsYDAdBgj6jv/ADrrPhhDc2viW6G/KSWZIZWypwy0nsNHsOo6LY6tp39n6jZx3UDdAwww9weoPuK8g8V/CO60hJL7SrhrrT1yWQpmWH6gfeA9R+Vez2U7XpMRl3SIOQPStFVWI48ze5GAOoFTzNDsfJ/9iNtDC5Ug9DtNRvpQQc3C/gte5+J/CtrZ3o1iwhEY3ebcRJ91gDywHYjv6il1WWHUdHjeCLAQltw2tkH6U3MOU8G+xKDzNx3OKkezVIY9uGMpLAnrtHH88/lXWXNlaXOo+deix8uJCDBcXLwmQ9iCqk8Vg6kw+1xQRqFSK2hiIx0JG4/qxqk7kj9Fs2af7pHYDp7D+ddTcaMtjqEFmPK3yKhco+VOT3rG03zLeJZFQMzc5b65zV2XULqS482VYvNPJPP9KTTbGmrGzr+u6k7QxXTJvCOY8RBMbyMnjrxxWGl/LECSWwByDQzzXU8ckyk7F2ghT0/Gqmpt9nsZNpJkcbFAHc8UoxSVht3Z6v4GaC38F29xeOXmuI3lTdnJLE4xjsAo61FqF4sWgvHtKmIMzNnhj2/nVoQx2VhZ2Qx/osEcJH+6oB/Wub8Vz+R4au2XG5lwMH1rNasow/CVywtrlNsbbplbLDPJB/CptWvr3WbN9Qa5l+z2sghtYgAoKjI428cE/wA6teGvD0t+l3Yi6ltIvstvJKqKoMhBcctjI4PbrVjSvD91f3UzGVV060m8uKNVCj5T603uHQ7rwbYy2PheztZolXgv8pPOeefevMPinMW111dcKFbYx7kNg4PfoK9rsY2t7aOJpZZWA4aUgtj6gCuE8Uvd21leiW3iktm1I+SpjDFznOcnofUfSpi9Qa0sc3orxw+H9PjmljRxACUdgCM8jj6GsbV1Vdahvbe4jDKm1xvGCK5DXbie6128mu1AmMhVuMY2/Lj9KoAL6CtlEhs71pYZZYT5iFt69GHrXPajdXFlqs4t5WiyxBC4xWZYBf7Ts8Yz56f+hCtDXhjWJ/8AeNNIRHb3dzLIFkndlznbnApb6MvdSfOuc9z04FQ2n+tFQ6kQNRuP9/8AoKA6FvT2ksryO6juQksZBRlfBUjkGrjXKyzySyTBnkYuzM2SxJySfxrCRWKbgAAOue1CyYkCFevemB08NxbZXzJIjtOVyeh9a6jw1rtpZXjZkimL7VERbhskV50pGe1WtLkd7+NYYS8jtsRV65z1H5VnUjeLsaUmudX2ue1RyxySLE+WdmPzADivN9c3L4l1F8HaLplzjgkdq63TZ5pr2OJEYzBhvXbyvPU+lZmt2ay6HfXoI3HUppeh6eaU6/QV5uWyrPm9q7+p7Gb08PDkdFJehXGtTt/ZpeNH+wZCNkhnQ4+U9sYGOBWb4g1FJZZr2C0WESOq7d24x5xkg8dSPToTUcLbowajvYfPsp4h1KEr9RyP5V6SWp4vQy2lkY/MxNauhXEDB4rh2B85AoAJyGOGH5HPPpVO3tTPCsi9GAPT1qaytnW+uIhw2wPg5GcfSqkroIvUguFSWNYbiOVmjY4MajH86y7yPEuSSuRn5q6KeHZcSqRyGP8AjWTqsP7vIHRf600Jlby0a0+WEL5fzAlic5/yK6DwhaO0092EAj2eUCB1bIP8q5qyXMpUfxIw/Lkfyrr/AAa2PthBO0FOM8Z5pPYFudrZLstQP9omrQNRQAfZY2Uk5znjoc1JWDNUcr4p0ebV9YgMdxBEscAU+ZnjknPA6c1g6n4Sv9MG6W5t5I8Bt8e4jb/e6cgd66a/uo31+5twf3kYQ49flz/n+Y61o206XEAs7n7h+aNzzsPr9Pfp7mjmaPXoYGlUppvdnJp4BvpLfzxq1l5eN2VEh/kOaoXHhdrWKSSfWY4lQZ+e2lXPtyK6yG/HhV5ob4MtrGC8LL/6L/8AiT/hUuj2c/iO8i1zXEzbqc2VgTlVHZnHc+x69TxgVTk1r0JjhKMl7JRftFvrp6nD6Z4audTgMrarbWuT+7SZmDOPUeg+tRa/4YvNEtYZpdSilMzlFRNwPA5PPb/GvaL+0t5EEjafDNGcl2EYLLxwQOMj15rzHxQW1XxZZ6ZGcrCqocdmbBP5DFOE22c2Ow9Kgoxje/UoWXgG/vLGG5bU4ovNTeEYMSBVgfDi+IBOsQ8j+69d/tWOMogwqrtUew4FTLgEZ+6Ov0FVzs4EkeKXmnNpmqXVm8qzNA+wyL0P51D3qeec3d7dXJ6yzO/5k1CRhCTVkES9Wb0qOZvl+tPXhPrUE3UCgCNRlgKuKMLVaFd0g9qtnqKYB0FJaAvfKRj5TnmkY4FSWKqI5p2kQGPBCOPv88ge/t3GaQFaZjuJyQ2etWI9WuBGsU/7+MDADn5lHsahnWOR91vn5if3R5K/j3FVqYGmkVldHKTrE5/hl+X9RUn9jXWMpH5i+sTq/wDKsxOnNPHHI4PqKANFdKuG+UWt4T7QE1saXpUHl6g11Awis7VpJI5QQSx4XPpyRWEl5Mu0QzTxHHO2ZuTXTkyW/ge6cszz6jcrCGY5ZlUep/2iv5VLGjCj1K6stOheT5pmXMEofJVc4KuPQjkCqd3aGyWFJZUdpELAL96PkjB9jjI9jTtSYLGsS9AcfgOB/KqCEtICxJpiNXAVVwyEEcbXBq5aX6W9tPbTQrLDONrfdDgf7LHJXkDOOo4rGAGOlL3pWAs8qvAzgcDIqh9knJyVHv8AOP8AGphjpT3jSPBSYSFhzgEBaYFgAY25GAMD5hWnfawL/ToLV7eBXhK4mRsM2BjBBJ49AMAc8c1hHb2/WgckBep4FID6T8S34Sbzrhd0MAWSRfYdB+JxXmOpahNqN9NqFy4VnbJz0UdgPw7Vt+L9VfZBp65aaYC4n5+6uPkBP5nHWuH1C88hhHnfIVywBGQPp2FRBdS5PSwajq0l1axQf6mz3Z+780p9W749B0/GsW9ncqYkJEXf/aqO5up7+aOCNcKGB9ScUlwRkheVB6+taEEmm3X2W4glPRJMP/utwa6xT8oHXYdv+H6YrhE+86HvzXXaZcG4s4nJyxTa3+8vH8qYF1uGz2Ir0HwLeifR5rRj81tLlf8Adbn+ea89blPoa6/4dxBtUvJXnRY0hCtDn5pcngj2GOfrUyV0NOzO75p24Y56noPWrsUVjNKsTutuGB+diT0FSiw022Rnk1aNti8tggn8un4Vnyl3R4r8QtYutQ1+bSjmO0sWCiL+85AJY/ngelXPCPiG8FlLpI8uVmTaqFCzEDpjB7Vl/FO2jsPGCXNnfR3S3VqkkhjHCsOMfkFrmLbVWt5knWEeaowGEhFXy6WJvZnTa5LdKILqSRlSObBUAA7gf7vc/Wubvr27vx5U4hC5yRHGAW9M/wD1qbda28mcWsKknJLFmyfzrMlv53B/elQeoT5aIqwm7k80sNkuXAMnZAefx9KyLm7luWzI3yjoo6CiQcH1quasQUoOGB9Dmkp6RFz6CgCczNNb7SOIzkYHTnn+dSA8ZqxbQr5boBgMhBNUojlR9MUAPkOHUiorkchvWnydBRIN9tn0oAihbHFTOcoarRnDVY6igAi5GKmhlNvcwzjrFIrj8DmoIeHxUjjqKAPoG5jTUNJnRTGS+yZNyhs564B9jXON4YlYYVHP4VnaF4qsrXQ7GOVZmlSIBjkHnJ966mz1uzurWOcXUMIbOFllVW/LNY6o00ZhP4XvkgeERNtlYHBiBPHoeo61ly+CNSSQzWcMsc2OcJ8rexHeu7j1ixZWY6haFj8q/vl+UDr37n+lL/a1kOt/b/8AfwU7sOVHnY8J6xcBll0O6ilX+6vyt7qc8fQ1v+EPDWqaTrYnmsZ0jeF42LAAcjgkZ9RXVDWtOCki9t2bBIG8jJ9M4pun60l0qrNLbx3Uj7UigkaTOTx820UXYuUuP9ohlWSMNHKqgdRW9plzJe20gngRJIyBuQ/fz3x2qw2n20a7mO98AMSep71HK8dm3mQD5gOhbqPSo5kOwXMKyRbHjYgHI29a5aWys9ISa1icIJgWWFuqA+/p6CuxjvYJrF5A5K5439QfSuHueNYSSQGTzZA368iqtcFocnrnhgWrJNLGwRoGeaZo94jGfvAe3P1xXG3mkTNqeCDl7gL93GcA4/lWzrw1KDWpbbULndPPIHUfaHZWjZiBkDgfTpXd6r4k0IX1rEloDJFdOrMUH/PJ1zn/AHjmtUZs5O20jFvECoBK96taX4cm1D7QYYVkkjYlwzBcL+NXo71Dtwdu7B4qvZapcIzwW99LaAlnZoQN0hyABk5wByaAJF8O3Rvl00Y35+WPzBs5G7r0/wDr8Vk6tpa2epWkdwY4kWVvNdhlQEZTu+gI61r3+p39rFcTx65qIkSFQ5IiUyFSTgkLnHSsPxdcSmxKz3E07G2lKvM25wCF4Jxz3pgdBceJLGaRnfVNP3Ek8Sr/AI1zPi3VbS802O2t9Rt7gs/McTAkDrnj6YrlNZ0IaNYabci+huftkPmNGkbKYjgHGT97rjI4yDVu80CLSbjTCuoxXf2yAuyxxsvlHA45+916jg4NSkh6nqGgsthd3Xl/NNNp+0KRyG3rgf8Aj1dTFp9npmiKl0E8iMZlLgkHPXI/Gue8P2jHxHapKoOLeXAGOSNh/pXcXJ+y2+8RzybnAPkpuYZ749KxluaIhto4UgRbdV8kKNgj+6B7e1cd8RtL0z+yJLkrLDeXEow0cjBZHA6sB8ucDrXeKAoJKtnHcda5nxqd2iCIwyFXcHeANq8jG769qUdwex856hFtudu1QQoyBUiaejYBIFXNRhH9ushHSRVx+VdatrCpxsXHpgV0XsZHHWVgiX9s4I4mQ9PcU/X/APkLzH3rpzaQRyo+1Vw4JJ7c1y+uZ/tSTPrQBWtP9ZU2qWmL65fGW3Z/lTLMZf8ACtTU0/f3HoT/AIUAZdvbeZYznuI2I/DmoLfSNRuIBdw2N08IP+tEZ2fn0rZ0pQX8ojIcMpH1Uiuh8OSape+HLeOO/lWyhcgQRhflfuTkdaG7AcYml6o7qsen3DEngLGTmr+habqK6tA8VvLE8Lli7oRtIr0C1tE3eZdXV+WQZiWPZkk+vAwK3LPTt3zNhAxyRnJz7moctC1HUPDq3KzQ/a7gytNw4WIgIAeMt05rMu5tFk8DzwEEakRIcfNjcZmb6dCK6iKIwmPyojIwcZ+YKqr6nufwrjPsMcmgtPtDN9n8zpycjPWpgXUOLTVtPt4hHNHJ54JLlU4PPHf0xSrrulhhmKYjPP7v/wCvUSx6LJb63JfNML+PH2TbMEXOP7pHz84GARgc1V09NFbQ9Sa+M39oqF+ybZtq/wDfO07jnryMDmtTI6zwRbR6pp86DO6GUhRjnB5H6U/WY7nR9cd7NkEjQBct0IP5+n6Vz3ge8e01N2GdjKuR9DXReJb7z9QExJdhEoHPPBP+NDBGHNc3c0rSyRwl3OWO4jJ/Kql15ksT71RQE42knnI9ankuM/8ALMj8aheQvbyNtwFwDzQIo20Ei6lbqIz8023jvk44/Oum8JxmK3vs9RPt6eg/+vXP2l3turdyRuhuFcD8VP8ASun0OQfZLuQn/WXcjD9BRLYa3Oni1SWGOGNDtVD83P3+O+aS5vbq/ubeK3AEkhChIx2zyfyGc1Yjgm2hUAgTGGbHJq0BLFDt81yAOMnt1rHQsyr3wwdT1j+0GcQShFjPlSZRgvAOMHk+1aUfhm4KMfOiBBBGQ3Pv06+559MV65baTbx2drljtSJBtwOuBzVG5iEE8gSXaABkN/Fn9Kls3p16kFaLseTat4ROpSxTag08qQKVjjiOUX345JHXJ9Kf9rmtokBw2B951P8ASut1eFrS4WVQRbyklWYfxDqKoSO5QAMduOQTkGndPcI16sZ86lqcpc+ItWXdFC8CqynCeX94dxn1/wA9q5EXH2bWJNTij/0x3JYSfMuT6Cu31rQ1ukV9MnWKbO4o8eQT6r0x9Ohrj7/RNbRmkkjfagy0ghARR7tuwPzq4pdCKtWdR3m7liPxRqkjCMLabmYAEptHJ7knge9X9V1a/skvIHvbOVooGLslpIiHjkI54Y88HgHsa4i9meGDyvMV2kYFWQY6Zz35zn9KzXupzbyR+bII2XBUMcH8KqxjcIeIFHrRP8qYp8Y5jX0FQ3TbmGKokizwKryHLVMzYHWq560wJ7YYDGpSeaji/wBXil70AJKeKsxx/wDEuyDy7E/lVR+WA/SpEla3keN+VzhgOx9aQDJvLxGYldHAw4Jzk+o+vpSLcEYEsaSqP7w5/OppYmBDYypGQR3qPy/UUwI1Zc+lSJsZwGfavcgZxTvswI+7j8KcLIscbSPwoAktkVrpFBJXdnPfArrPEMgs4dJssAC2g+0OP9thuH6so/CsbQdJ83WLaAg5mcJ9Bnk/lXSQIdd8U310IPOhWVY0Ug4wDnBx+H5VL3Gtjltc0G60y2sbuWRHhvIyyEcYZeGU/Tg575rE2kNgjBrtPiTOja/FZQRiGOzgVfKVmKozfMQNxJHGK5T7a7JtkjVz2OP5jpTWwMYvSnAZNSCa1x+8gZSe8bkfoQf50oa2z8skgHugP8jQIbinRIRbXU5yF+WIHHALc/yBqWOJJyywNLKyqXIWMDCgZJPPAFNS5aS1FoihLZGM79y7AcE/ngfWhAdL4N07fY315Jz5kiWcZPv8zkf8BU/nVfxNOt14lMaY2W6hBgd+/wCtdTp6Lo/h6zRgB9ltWu5feSTkD/vlR/31XAB2e5nnflupPqcf41C1dynojvfFur217r9wNMhh34KtK+SC2ABjnGAAO2PrXEQ2zpG0kpL3EnzOzcnPpTlupYrJXCKxVmXzW4DDPGPWo0v5SQ5iQqDz8pxVRVkJu40otpCVQYmk+8fRf/r1XPTBqSR2aRmPLE5Jph7cdKYirL8rg9K1tCutjyRE9CJAPboay5lzzxRYzeTexOehO0/Q0AdwOpHY0sNzNZy+dA7RyqOCp5qtbybolB6r8p/CpyOaYHoa6Q2oT24N3qD6dLaLOJjKv+sJ+709M1U1+x0LRLHfJ9sluZgVhia7YBsdSfYVpeCbv7V4cWFjl7WQxH/d6r/M/lWP8U9K+1eG4NQVcvZTDd/uPwf121ld3sadDzjUovNt8rgshyPm5I71jKd3WmEAHoKQ8citEZkjAY6VEwFNaR+hY1GeepoASQ9gCfpUSwSythVA/wB5gP51LRTAcli4xkxZ95k/xqxFa7Ww8kA/7ar/AI1VxS0ATXk4QG3jYH++ynIPtmqsbYYfWkl4cH1FARgocqdhOA2OM+lAEz/dNNBHlsPWn5ylRAdRQBXHDVZjquw2tj3qaFuaAH4KuCKnlHQ+oqJyA3NTsyGBSWAIoAfbyMqqgOOvJ7V3/hG+mj0e+ijtDNcWzCSOEMAX3DhST0PHP1rg9PQTOXK7kVS5B746D8SPyBrqfh/dM9/qEUjgmVFlJz95snP8/wBKmWxUdzttE1PW7vzW1XTIbFAB5QSXc5PuMnittZ5MD52H41QQ8Y/StWztbOTT5rmfU4beVFY+U8ZPQccgjrWT1LIbm4vY7OZ7OL7TcouY4Wl2Bz6E1L4UufElz9ouNftLS1SMDyI4JCz7j13ckYx+NUBrGl25Kya1p5Kjl1MmG+mEq3beKIfs6+RBHcRZP7xZmUOfXBXPtR5AzqwxkCq3brzTGKSMTjd6VgJr+/JEKKCef3p4/SmzeJUijZbdFa4wSgUEgHHHbmjkFcn03WtL1LWLzQvOaGS1lYox6TKo+cg/7JyK2I9CtJbhbpLqRgucAheDXj/hPX9O027uL61V7u9kiZJVuUP7v5gSVx1z3rrIfiRPAN8NjZFz0Do7Y/WrcX0JudHq3gy11iGS2n1BsO4kLRw5KEMGGOcdq8d8Z2M2h+IViuLlJvNlkmQpkYXLYyD0Neip8UNVLKRYacQfvZhb/wCKrgPiO8mpWdlrtx5aS3F1JGRGDwAoOMdgP60436ibRXi1AlIznooOc1W/tWQxNamxt7gRyGRHeVkYBgPTtkVixXYWBAXxxTZZo5Dk4/EZqxG15sgiWX+xbIRu5wWuZG5Hc5PqDVLW9XvL5WFz5KqkTnbExbBbAySfXFUCymMKHIXGMYGMdelVLtCYGAkO0HO0AAZ98UAQMxbGWJCjAyc4HpVjT5GOpW+5icHaMnOB6CqmansSF1C2YjOJV49eaGB77osDQeKLInjzBMo/795/pXbTZDx+XBJMCcPtkA2+/PWueu9Tsp9Z0e6tLBbZIbl/NCZJYNCy8e2ea3knEwiktBFcW8pOZkmGFPsMc1zTNVsZGqeJNF0e9+yXd2wuFQSShAW8pcjlu/foMnHOKpeLXkbR4/KjWS0ndGFwJevdcDuCO9cv8SdFZb9prG0MsmoOr3DPg4KjChc9OmT61qXmB4Y0Oxs0/wCJZEqojysfO8xFOQV6Y56g00loxXZ4/qSE+IZmxx5+B+FdTbt5sYzWDNF5msH3uD/Ot7MGm26zXrtHv/1cSjMkn0HpWzMyvexs0DqqlmOMADJ6iuT1oh9TmIOcMa6u+OrT6fPOrjTLdUyIo+ZnH+23b6CuQvYfKlMYbdtJBY96aAXT0LSY9q6WawsLlS0ut28MjgFo3gkJU46EgYrB0lN034Vr30G65k92oYFix0a3huY3TXtLkAcEhmdD+q4rd8H6ReafFe20j2kkUsnmRPBco/r2Bz39K46xgG6TcAcAHB+tXrGK1TxbNb3tuJLU7mVFYqQOuRj2zSew1uek22nPC5eWFnAB2jdtye3ODWlHG23O0KSegrJbwusDN/Zer6lZ/wB1TJ5qe3Df409YvF9ioaOSw1JB/Cf3T/rx+tZMtG8u+GF2RFZguRvYgAd+lYlpaL/whEcgVneTTRjauf4OT+malj1+8e2uEvtNj06QKY/9OnESMWBHynB3Y68VuWXiG2sfhv8A2cFt2ki0wwpLC24OdpHB7iqgrCm7nzXfH/T7n/rq386r1NdMHupmHeRsfnUB+6fpWpBuaE/kW4k7tV24uy8hJP8ADWPayhLaIDj5RUjS5Zjn+HApAWDOSO9NebFpOhON4BP4VVMpxzUUkuY3BPagDU8MW9lqPiS3t7yCeayBLzCBtrYCjnPYA4r0220jR1t38rTLyFSWcb5mPJ6k1578P3sv7dvI7oyAy2bxwFG2/vMggH1Bx0rv/wC0Y/LXzJ2IzgnzScc88ZqZFRL6hm5JzjgGpXGInZjjCkk/Sqkur6VAv77UbWMHpulAzWbc+LtGutKvltNQgaRInVUfKs7YOAoP3vwrLlZdz17wz4hj8U+FLHVYSA7oElQfwuOGH58/jVyX7QFy8mB1AbnP4V4D4UvLiDQYUEkqEMzOsecDn2rdOpXBQOtzKVPGRI1Nx1BSPT7+0N9bSQMFO75lwejjp1/KuSeyuV4ED5zyMYIrnBqN15gT7TNyQAfMNZ174p1K3nCLo1vdJu4mVSxI/wBr5s5oUbBc6G+u/sULzR28l06A52D92mOu5h6egrgdbvZ9bHlX0heEHKxJ8iL9AP5nNdfH41FvZXFr/Z0UbyK6jyI8R4Zcd/15rhZeMD0GKqJMjPU2cN9HZXSkWbQNFvz80RJyrj6MBn2zWPdW8tpcS2twu2aN9rgHPI/pU+qPm/fvgAH8uKpSbnO8sS3cnk1oiC7CAGZvQYrR8HaTDr/jfStOuYzJbSTbplyRlFBZhkewrFjefay9VPUgc11Xw01fSNC8WSX+szPDClpIkZELSZdsDGFB/h3UAesnwj4Js50aLRtO3M3yh3MgP0BYjpXzvqdwl1q13cIqqks7uqqMAAsSAB2Fe0a18R/C4tZrfTBIs1xG0aTG0MaRkggMxxuwM9gTXiAjy20EHnGR0NJDZMnCUmaYWKnaQRilXc3CoxP0qhCc78r94dKYxJJJ6k5Nbeh6WlxcyG8XMYjPyg8gngH61Q1Cxksbp4pDnHIbsw9aQFUFsAbmx6Zoy395vzpKBTAcGb+83/fVO8yTH33/AO+jToWtwJPPieQkfJtfbg+/FRc9MUAdX4VZra3v9TkZj9mgYqSc4ZhtH8/0rIs1N1dpHLcywQhTLKYyQfX8+la0w+yeC4oVOJL65Cn12qP8T+lcy8zCQyISMk4+lShskuXWSd2TcUJ+XccnHbJ9aZEoZ+uKiTexwnOew61ZtwQWJBBXrkdKoQT4ZsY6cUiwBsfyozvcmrSApCW9e9IDZ0HSJrnRNSNtJDHPc4gjaZ9oZQQWAPriqWm6HdtrVvYXEJjaeYIOhBAPJB7iumuLBbDwLpWppMN6XBUIcbX3Dk++MflUXh+Q32qX2piMRiCHy4lB4WST5Rj82P4VN9CralrxXer/AGWRGcC/utqj0iXAH/joWuGZ/wDRnfP+sf8ArXomrSaH/YGppcxW7X1tERaFpCHQ4AwFH581jeDtH0rULOY6nLCrCVEjWT0wct9KS0QPc5HzJL+7UOwWNOeThVFdDtiist25TCB1U5BNU9P8PzwXEi3g8poSTNn/AJZ7ev49vqcVm3MoXU5DEhjt5W+VM9PT8askecbjjp2pG5GOwprSKsioSNxOOO1PYgdcD60AQODs561UYHFWWmQy7VyT6mpoAkDebLHvYfcB5A9+DQBt2ruuwP1dAfxHWtNW3IDWAl8Z5F+ULs56EVsQPnjPDUwOz8A33k6zNaMcLdRHH++vI/TdXWeILnTZNI1LT9SuBbQyW+wyyqQpZgdoX+8wIBIHSvL7G7bT9Qtr1TgwSq/68/pW38QNSt/EsGm2umTb44pHdknUxfMQACCfbORWbjdlJ6HlpimI5XkdfmA/rTfKl9F/77X/ABqw9vGszfuEmU9CkxA/UUvlw/8APhj/ALef/rVoSVjbyf7H/f1f8aY0TqOdn/fa/wCNXMW6jmw/8mj/AIVC8lvn/jxA/wC25/woArbT6r/30KUIT/FGPq4qTfD2sx/3+anqYj/y5x/jM9AEXlH/AJ6w/wDfwUvlf9NYP+/lWAqnpZ234yP/AI09UQOoeGxTccBpJHA/HmgCvFYSXc8UMTxO7tjCtnHqT7V0Wu6dFB4dihgxi2cMD3bPBNS6RaLbRmVookmk4xGDhV9Oeam1XzZLCRIWTe3HzjIx6UDOLhDMMBl/Go2SQSEbgPcValuJZWiSVYVaJdgEcapkZJ5x1PuaYzOCGQpnH8S5oEV5UCkFTnPel3K+PlWPGBkHr9anvJpbyZrmYhpJDlmVAoz7AAD8qLO7ubGdZbWXynU5DBQT0x3HoaAEkhO0HzM/hTBEuMknjue1TD7gB7VJbLmTeF3eWQQP7zH7o/Pn6CgDfj0W602GzkutiC4h84Rq2WXdwu70+Xt7mqvhi7TSvEHzsAhDRk+5Ix+uKuQytBFBDK8lxHCPulsZ5JOPxJrI1+/tLzWJ73T4zFE5DbfLCYIPoPoPxzU76DPY0OHxxwaSbT7W8kWSdGYgY+VyuR7gGo4ZC6qx/iUN+YBrP1fxDeaXex2ljoF1fu6hhIoOw57cDtWVrmhpWnhfRbfUP7Qj09PtW7eGkdnCn1AJwPyqbVs/aVlxw64zjuKtwSyyWkLzQfZ5nQGSHeG2N3XPeneL7X7Lo2mNuI2O6SH1Zhu/mKavezE9jnpLmV2+zWsbT3LjhI1LHH0FLcaHqdm9t9rmSOe4P7uGN97Y55OOFAx3NWLbX9K8H2YMUrtrEmXctgBcjAXOe2c/U5wcVhat4suL1hqDahYQMI0QKl0JJX28KWwpGcVokiLhdeELx4d1rdx7hgqvl+XnOCOnf5l/EgZrDla+02WS3uxveJsENhsfj1FbFp48t/sQt10sNPHEyCWKXhiRyWUDoe4Axj8K5+41Jri5lvrkh5pS0j7DlfoCf6/jTA1Ir5Gi3I2CO1YnjCaSaxsGLt5YJITPAOTk/Xp+VQQ3yvfI1vuWOY7GQ9j2q/4yh2aRZMAAA5H8qBHKxvwv0qXcBUCKam2nrTAcZOB2qKVsxOP9mnEHFMYfKfpQBAv3R9KltyRdQkHB8xf51En3F+lPQ4dW9GB/WgD3pdKtNe1DRbWSzlt4GmeWRlmJLBYc8E9OSPzrvkj+zyRwWtpbQ2Sj5RGdm0+yAY/HNch4PvzqmqaafNkf7Np8zsGbOwlkjAHp9012SSTC5kSSBEg/gkEuWb2244rnm9TWJDe2sU7jeDkfdb0rmteimjntYCsH2RQ8kbKTvLYUNuHQDnjFdnb2wupmQSFQq5Jx1rkPHM0Wn3tpZWsj3mpy5ijtY0/vEYHXqcD8KmNwdjzLT9JlhuknkiE19O5NnbZ4GefMf0AHPP1PodSfRLTTnhuZNRN7q0m77T8pKoM8MjY4XtjrVL7dJpOo3tw+p273zRva3Fs7r5f3uQD1yMdayrvXrjUZ3t1uFsIJTh5YpAW2g5HPt7VtZkaG1qOyfSrmCMkyum1QRgZz61507+fukz1Y11NuLS1uknOvXVxgYZJZdyt+lc4tqYZZYQwePeSjqeCKqKsJstaMm65UY6nFdDLBunBxjJ71kaVH5c+Rg7fmNe0ab4A0W/0iwv59Qu0luYVlKRlAAWGSACM4zSk7AjxuyT/TJE/2WH5Vp3tu9trOm6nJsNvLtUhRzgYVs/ga9Ti+Eehi4MyXmp5Oerpjn/gNaFx8NtBksY7O5vLzy0YsmZUVsn/gNLmQWMawD/ZI0dyWhzC/vtOM/iMH8avoZDv3+Ui7jsWPPA7Zya6ODwpp9ujKsty27BO5x1AAz09AKnPh6w9Zxx2f/wCtWT3NEzgtdtReNpdoQpkubryldlDFUI+bGfXiuatraX/hEDMz4SFHjK7D1Vip5xivUNU8O6S0tupuruK+AdrTa2fn298L7e3euOa0Nn4WudLllli86NrmVFf5Q2AxAB68j61cWkS9TwFjuYn1JNMf7jfSnLyi+4pJP9W30rYgnRiEX2Apxk44xSKOB7U1gc4xSARpG6Z/Ko2J2n3p5BxQY2IAHUmgDX8HJnXkc/8ALPMn/fKMa2WumghMrkbi2EBPWs/wTEXv7lvSCT9cL/Wm+IN9pcq391CfxzR1AvWuj3OvzCKKJneWVIjKw+VWY4UMe1dNYfD2xg0i11IXIvASrTrFuUIhBJIIUnC4y3HQHFXoL2w0fTYbmK6mtIEjkhVoI2jkkEkW6IupxuUENuzzngcYrLvvHW2Fp4rcW4W3W1ceSJ2x78BI8knjrjjpTGdBL4MgsFv47O1u5ntGS4jaOVT51u2AyDIAWQE5GexA61l39o1hK/lSGSFz+5lI+WZOxB6Z9R2PFcjD8QNUhljeGa7YRghMzfdHGeg68D8h6VdsvH0QWOKZJvLVXQxyMHVldizDOM5LEnPJzUNdhm9aLNKyxoC0j9ABye/FZjSblBz1Fbfha5tpryynS5DKj4yxAbdjjgep6evNU/FVoNP1p3hwLe4/ex46A5+Zfz/QipK6GNKWx0P5VQmPU1XGnrFeG4S5nALbmjJyD7fSm3UpxgGmSZeo25SO2vFYyQ3Sct/ddeGX8OD+NUQQGwxOPUVbguI0tLuzutxjZS8JH8Eo6H8RwaoZJ+Y9askngcD5SevIra0f5I55QMlyAPwqnpLxXVvPpUxjR5WEttK3G2UDG0n0YcfXFPtbpoofL2bWBO4NwVPcGmAmoXqXMMkLCaObK7UZOG5Oec8dvrWbBGrSKGO0dzjNXLqRpyM8gUkCxJueUSEAfKsYBJP40AKTavhEaZm3EYePA28YOc/XjHpU8UMOSX37QM4jXJP4VGZI5G/crMFAX/WgA5xz07Zzj2q6t0tva7vs8kzk9EPQe9ICzo80LyGOGC5VjGC5ePADAnIz+VWr/Sv7Rttjna45Ru6n/CpdMv0uvM2RTxRq2EEw5I/xrZVUK5JqW9RnmEtuLed4ZndHQ4ZSnSlWKEgfvpPwiNdrr2lm6Rbq2Yx3UXIIGS6j1HcjtWDaW+6JWEnmZ/iAx+lUmIyvIhxxNMf+2RpfJiABEsxbPAaIgfnXSwxhPmK4VVJb2Aqhpd4NW1C2t7gbYxJukK5J2+w+lAFzX53M9lYyNgWdmNzLGC25/p1+939K5ObAfCnKgcE967qGT7NJrOsXsCEzKTAknJGM44+uPyrgznv360IbEHWtFL64WHymcSJ/dlUPj8+R+dVYIPOYCN03dldgp/M8VLLDLCcSxsh9xTEIPLLZMKj/AHSRViKeGD5xaROw6GUlgPw4FVgQF6ilILIFQZZuABSA0b3Vr7UrSE3k7SKhPloAFWNRwAqjgc5rs/DsQsfDts8uB5pe8l/3V+VP/ZzXO6joFlBbaclnrlrfXVwUie0hU7oTjnJ6dePrXQ+JZ4tP0WeGP7pKWceO6oMEj8Qx/GofYpHE3DNPLd3kn+slPX/eb/Cj95G8csUgQqvIPf6illaM2qbAfmk5z7D/AOvVefiUjPt+QqhHYXax2+nra52uwDyj0/up+HU+59qwrfTYdQLM7NjrGqnBx03Vdhj/ALX1SO0lm8uFzumk5JVR1/E9Pxrt9QhsZLSae2ubZ7mCI/ZYHgwo2jhMjBx/WmI8+fQLaKGRsTs4PA3gfQ9OlZKOPMkeaMyBRiNc/Ln1NadwNZvGZrizudrHOxIWUD2+lVpbG+IVRYThMcjymGPxoAitriz/ALQFzqFs8sKDCxxsMM3vnt7Vqf27pzzF8Xy5bOxI4to9ABWC8cjkDAyOAoI4/Cp7O1LvjEaOOrSOBihgaGu66l2kNtY2pgghwzvIFMkjD1I7ewq3ZTBokcHIrLuNLk2F1ubRsD7iy8n6dquacLe3tliubgrJjJAwQPTkUIC2+rWTQujlmDDaw2fnUA0uyuIQ5il2gfu1dz096nhtYXO9ZZXQdMng1abpQMzLfR726mW3sbWSeTtHChY/kKpzrJbMVlUq4OCpGCDXS2GuNojyzeXA4dcL52cKw5DAAjJHvmud1bVor68lu5JDNPM5d9iBFz7UagyhJOzdBmo/nPbH4VoWbwXEE/8Ao6+Yi5ALHmqHnoz8rtB9DwKYhVDcf0FTGMo5RsBl6jIP8qjeBXOGzxxwafHEsYwoxQBKnFTW0aTXIkdFYRnAJ7t6fhVKeYQpx95unt71uWdlEtnCf7T0xMoDte6G4Z55HrQBoRykgkn60agskIMUgKSbQ209cMMg/iKpz2NlcxrHLrdgqg5/d3Df/E0R2emWsO2LWNOBI5YvISf/ABykMxHmvIoZrZrjMEpUuiqAGKnjP51XbleOv0rYlsbKQlv7d08ewWY/+06h/s7TwuW8QWY+lvOf/ZKYitEmo6lHFZ+cZI1kLRrJKqIrEc43EAZwPyFZ/Q4Nav8AZ2kMwZvEMOR022kx/oKf/Zuj7SRr5J7AWEnP60AZ6mSUqoDSOxCqBySTwBW+ixWrvpoEbyWjBpJFHLSEYb8F6VzXnFJFMbFNhypBwdw71reGxbz67FFeXPkwT5Ekh/P9fX3pPYC1f3PkWjEHDv8AKv8AX9KwYY/OuIoezMAfpVzWZEbU5libMEZxH827APPJ7nt+FGixh75XI6Uugz02DURsUA9ABV9NSKqAGIB9O9chMbryozZ+WXz8yyNtGKvQ+YFJlcF2YsQp+Vf9ke1Q0Vc7PRbgXWoAs37uEeY317D8/wCVQ+PtVFp4fbVftGSi+TBav0aVifnHqQM9fSqdjqFvpelKz7y8pLMqj5m9APwH6muC8Yazfa9Fb3LW5j0yKV4oig/d7yASM/xHA5PT0qoxE2LJ4I1e5v7dJZxPcXMfmsFBMh43fKD97juKQaLp8OY5LWR3HBMsjAg/QYxV3QNSurKxs54JmLrGykv82RuOV+nAFdlHfaD4q2R6nGNP1Fhj7REn+tkJ+8zZwBjqCOOxrlnUlJtJ2PrcFgKNCjGrUp86kk297fLsecTaBaud1rLJbSjlSWLLn+YrNnuLqKaS2vlzNj5if+Wg+vr6N+ddpf6TcWM0wUNNbxtgTqhAI7HB5Fc34hhWSwhuP+WkUgQH1U5P8xTpVZc3LInNcrw7w7xGHVrbrp/wDa03w9a3I0i905cwG2H2mQvndMDySP4TyRj0XPerfjm1U+H4Qo+5LgfiDR4DYR+H5Bx89yzfoBW/d6WNdiWwNzDbbmDiaY4VdvPP1rpbsz5M8hg2uoI9OatxwtIflVm+gzXc+IvBehaVYXc0Gs28zRsvlhLiPIYnnIBzg8/Suf0rTNMudSgt31lLWGaVUeVnU7ATjceccU+a4WMs2bFGOw8DnjpVJoc/LXqWoeBvCdnbXDp49s5Zoj8o86MeZgc8Bz+GKdo/hbwTJ4fN9d+LLCG8kbbFE88ZCfNjLjIJ45xxRcLHj+0p8jAgjgg0H7pPoK6Xx1b2dr4hVLPUNKvYfs6AT6bkIxBI+YZOH4GefSubbGwgkDIwKoR798KdMltjqV5KAPNt4UU5zwct/hXfwuXaQvBJCAcAyMvz+4xmsbwFLDc+E7SeCXzM28QlIToQgyOnOPao9Z8YW2mWUosLa5vNSAz9mEDExf7TgDP4fyFc0tWarREviPxfbeE7GZlIl1GcBbeHGSM9GI/kO5rnbH7Z4GsZvFevaa91rt3KsUAlmG2AOCcHqQxwd3Ht61L4O0SCHVD4m8Y6lbjWZD5ltaTygm3B6Ow/v46Dov16P+KusaZqHh+ztLLUILiQXgkdYnyQAjDJ/E1UbLREO7PG9RX7bcXN/JGYZbmeSVos8JuYn8uazYYZ3l8uFPMcjO0DnArUmT+Et+Gai01fL1JWQFj5UnHvgYrYkiNjfKu77MfcYHH605rDVE2lrGRQ4ypZcZ/Wuouglhdo1leRXBQK6zFcKrZ6H1xx/Km3WranexCK6jjSEyYKmIoz4Bw65JyPbjrSuxmDbw6haL5stmyRsucuuAw9RzyPpXZ2vxJ1u1jgWG10lFhQRxn7Jkqo6DJbNYGoXk1zYyLJKX8i3McYOPlUD0H0HPXgVjQSllBI60mCPZfA/wAR9W13xDBpWp29qonjkKSQrtKsoLDvgggV6OwEjAtEjlehK5xXzt4N1CLT/GWj3MrbY0uAHY9lYFT/ADr3KXXdDuE2PqBABz+73r/IVDRRs7zjnvSknB9ayV8Q6MgCi+GAMD5H/wAKd/wkej/8/uf+2bf4VACTQXL67Z367PJt1IZc85w3+NcHrdlDpmh6najfIIEumRpfmKg7mAB9Bnj2rvR4j0cA/wCln/v03+FeeeO9Tgey1yS3hvpIZrctHMLZ/LBKbW+bGMZH86aWozwQDCj2FSQ273cqwxjLNz9AOppZIJoAnnQyRCRd6eYhXcvqM9R711vw/m/sbxLPNe2GpPmxYJFb2Zlc7iuCVP8ACRnmt+hmYH9nzQD94vHrUJVd2evavZZo/DV7uNx4e8SYPJ8vSZIyfy4rhLnSLozyG18OaukO47QbKTOO3Wp5irHLhEI5YCnNBiGSRFL+WvO09Cen/wCqurg0ORuZvDetF+xWxkrtPDsWlJoVtZ6t4O1ZrqzuXlhlGlOS2SCCx4z3GDkcChyFY4zwFYtGs7yJhjCM/iwP9K1PEWgw3z2rspKb1jkVW2lhnIGe2eRn3FdXrv8AZlqUubHTbuyluWPnC5gaLdjptB7delYt5cpd2ktu0EhEi7eBkZ7VN3e5dlax5v4h1+61nVDIzEpCPItwDk7QTz9SeeMdeK7DQLAXfh46bcyW6yQrynl5J5zzng84BOP5VwmmIp16NGGArttU+oBx+tdPb3MtrcJPA5WRDkNWdednY9/JMvjXhKs907IfN9otZmhfKMnBC8D8MdqpXVnb36kToFkPSZR8wPv6j613EOlW3ijQlltbjOqxuFaNkOSTnC/KOFOM7jwOnrXHsjpI0bIyurbSp6g+lc75o6o+jh7DFQlSqRV1o1Y5/Tb670PVgokKNHIAwHIOD+o/xrvNUvYtTscpKHZfnTHI6dj7iuB1KWFvEDu5XyldFc9jgAN/WtfQnV57uOAjyfmeIY/h3cY/A13LVJs/P68VTqyhF3SbEeQbSxPGM1nyyLNEJUdWQnbw3P5dau3o8mYj+FskVlMFjz5ahevT34NFjIozr/F6VBnggdCMGrDfeNV2UoRkYB5B9apCGnIPp6Gti/1CG9khvMH7RKmLsAcbxwHH1HJ96xzgqBjkd6QMVNMDTcKD94bexHephclVVYbO1YBCpZ2O4kjr1HTqKq213cQxHyZnjDHkKcZom1PUByLyfH+/QBoRqrAbiM98VbjiUkbR0Nc//bGo8f6dc/hIasJfa2WAF1fID/EXYD9KQHWWsEglyQT71FnxFEWRTazoWX52G0hR7DpnPPXoK5kalrYPzXOoEenmNUqarfumRf3g7YMzcfrSYzsDI/JIPt1rObTyXu7205dAJZrZRyyDId19wdpI9CawDqF+et9df9/m/wAaj/tq+tbqOUXMkjryPMYtjsRz2IyD6ihAWtYvfMiVIJSI2HzAdCKzVv547OK2j2xCKQyLKgw+SMfe646cdKutf2M+pOIIDFbyYZEb+BiPmUe2c4pLhU6rGFHcAcGqEVLjULm6t/JnZW53b8YY/XHBrPOc8ip5lAfKgDHYVYsomunEESLLuPMTDke4PagCtGvHStSz0XVbyz+1WdrLJBuKZRgOR14zWtr3hGPQIbV31e0kW4TKmMlwrAAlCRyDz1xjrWLbXOpWeVsryRFznbFN8uT7Ur3HYsJo+uM+yPTbxmzjiHNa2j+FNUl8TaTBqlrJDDLNv2uR8yqNxOB2x/Os2PWvElqXMWpTxG4IDFZk3Oeg6HNdx8P9JvLbUbnWtYnlZ44mG12LNyOeT7Ck9EC3K76PY6b48vDbcQWMf2hUVB+7kIyF/wBoZK4zzz7VD4o0NrnR0vV1Wzit7JW/dXD7ZZnwM7VGeaXTrlrqC61SYESaleNMwPaNDkD8yo/Cs3xz4bvtGuTqLjz7W6ADTAf6p8D5G/oe9StynscyozDbju2Wwfdsf0qvI29yc55qzKpWWJFBLBFUADvtz/M1LZ2CuPMlKlQcZJ+Un29aq9iTY0tUEDzsoLSnAJHQCt/y9IfRvPS6Kagg+eB0yHOei4HpznPauSh1u5t7eOFbVNsahQRIKnt9Ylu7gRyxeWmOSDn8aoRqG4jQAvGAu4A4HNLd3lrJMRYRTLD2a4YFvqQvFNCoVKOuVYYYe1VwrQzKpjjkKONwkyFZex455/xpAbOiW1tNYajKmmwy3KoMEyFXibnJUD7x7/8A66sad4G07VNRZtZ1GXTg8KzpHBF5jXKt3Q5wD69azNI1W48O6rb6rbMrSQcSqRw69Dkf54+lar6rbo8Oo2he21JLhpcKT5MQzkBQT0Of5+tS7lHaaV4G8NWm02Xhd7xx0uNWkLg++wYH6VwXjrw9PZeL5IriG2gt2jWeKO1jSNQG6jC9OQetenz/ABI0yHw1DqdrCkt9KCn2beAI5R1yOu0ZyD3z1ryS9vbjUL6a8u5WluJmLu7d/wD61TBSvdj0KvQBVGAOgHamSOQnfjtVe/lvF2rZxo5J+ZmPT8Kav2ny2e6eMyM2dkYwFHoK0JZzF3dS3U7PKec4A7L7VLY6fdX80cUCf6xtqu52rn6mtG6tLeSQu0fzHqVOM1ebV7uS0htd0YjhA2bYxkYPHP40XAtaZ4SuYJGlN/bkAYYopK/99HFZOpaVptpKqWupG8cH94Ej2xr7Bs81Za6kuTGby5eSIPhoufu+uOB+HWtXxVd6NctaQ6TGu2BCjTLbLAHHUfKCTnk5JPpRqBzOTyASARgj1oJCKWbOB+tSqoB9arzMssX7phJISVjReox1Y/0piM2Z2klZn656elTQt+7B9ODVfY2/aVIbuCKu21sz7l3RJg9ZJAuaAGieP+9TxE8+GV8L2AHNR2OnveXqQF44lJOZJXCrge5rtLPwnc3SiS1axdMYDrKMfmBQByw0/OMzSe/Aqve2ywR5SV2553V2Oo+HLnTIRJeXVpCGB8vcJCHPoCExn8a4y+ctL5eQdnUg5BNAFVHCnmrSTozbRnP0qnjp2zU0MRLq2dqBsF8Zx+FADZgVlYe+ad2FOulRZRskMgI67NtMU8CgBc9q29FX5gemTWKo3EVtWsEstsUgl8qTjD54x3pMDqIc4BNW4lMsypz8xxwMn8B3PoKx7OOW3Ek95ePPI6qpZidowMDHvV66vLvS5ha2UbtrEq4CIMtbKfX0cjr/AHRx1zibFXLd5E+oTSWiv5VvANt5OGwE9IEPdj/ER9BwOU8TapbX3h8aMI4YGiCfZraNCZN65xtQc9CQS2OvQmotJ8Hz+XG+oawtv1PkQlmdc9fmxhSe+3P1rpdN07StEuC1pNbQggDIidnb1yxGaoVzzLTb86e8lleo8a7+dynMT98j0reC7k3Lh4z0ZTkH8a0tc0q21S5kkITzAx2zbeSPcdxXNt4V1O2fNneR7T/ckKGsKlBT1R7uXZ5PCw9lNc0Vt3R0+m6xdWbKjKZ7cH5kdug9j/jxWX4nGnapotxfWU8MQSZFjt4nBLyHIwV68jJBHFZT+HdbuhsuLvK9xJNkfkM1p6Z4bg0xxP5okuQOHK8L9B/WlTo8ru2Rj83WIi40ocqe/n+hraHaf2Xo9taMB5qjfJ/vHk/l0/CtN5V8ti8UMygEmOZNyN9R3rEuJzboricM56rt5HvnpinW15LPIqswKk7SPrWzPFLgurK2GbnQ9BA3MF26chPHqcVZg8R6bGdkGj6KhJ6/2Wn9RWNeEvI4PY9PQnrWYOJ2Xpmsyj07UINX0qNZbuw0CBHxtYWcXJPQdOvtWi/h7xSvkE2/h+NplLIDZx5AGM5+X3FctrXj3QtVv4lurS4eW3KL5Rtyx3L1I/Xn3ro5/ixLf32/TvCeqXMiReWsfkucZOc8L3wKeoXRwHxDTWPDHiCwu9Si06V7mykijWGIKgAbngDrz+XFcFp2oSadHdLFDHL9ohMJLqTtHqP8Dx+Ve63U3xK8VBI08N2enW4OUlv1RSmfTdub8gKsaZ8Lz5wuPEevXN645+z2RMEOfQt95v0qlNJaitd6HnnhvX9bGlafa6VcTSXFrEUZuI4bZWOAZJCMLj8+eK6HTdN1nw1PNLqF0PtF4xK3ttOJYZVU/dUdQQTkk8nI9K9Zi06ztLH7Da2VvHZ9TAsYKk+p/vH3OTXLeN9Puri3077DaySeS0imO2jzsBAI4HQcVz1Zc0WkawVpJnIalrEMsUa398Mxl3Bitt8rfdzu5AxyMda4zV9QtpBHJaSXEm5juE0Hl4+nzHNdzpXgdtTOp3Wt21xbwpEfI34Vt/y5O084wDXmeq2c2nv8yoIJWbyGUclRwc/jToJpJXCq1cqS3LO+9u3THaiDVltbnzHjLqFK/KeTmqzOwH3cH6c1C2drjC/MO/r611mBuR+J4oZUlS2lDIwZdxU8j2q7e+PXv7cQPZ7Y8hjhsnI9z0/CuKYZ4Z8/VqbjPG/9TSsgOpu/Fi3llBaGzKJDE0KEP13cZb36dMVXt5VSFQWHAwawEQFsHkH61cD/AC4osO5uW0wWaOWMgsjhgPcHNdJF4svJ5oYYtLiaSZsZacqF75zjpXE2olVWlRHKJ95tpwPqa7afTrO30C21SDzRKvlliWyDu4PH1xUtJD3LieJZl8T2+iS2UYMyBvNSUnbwT0xz0rqY8kdK5CFtEiv01m8u1juwgVUbHGM9O/Oaujxvp7EpaWs9w491Rfzak0BtXl09vc2UCRqz3UrICxwFCoWJ/Sua8Zm7Nk9oLm5eS5XCQxudmARldvepX1C/1S7tp/tOj6b9nLNG0l0JWG5dp+UHHSoNU0S7vpoiuuNeqUJeQYVBz0Xb/jS2GcLeQ6zfvELmzuZHijEahYOcD1wOT7n0rsvA+j+INc1y5u7iS4sBDbpEbhkMRIz0AA+Y8En86v6BDe+CPEKR3Mcg07UgI/MZMbXHQ/8A1vevT7a8y4DSZHbJzRKQRic7/YNy1lNdw+Kr10jR2+ZGTO3Pr9K4T/hJ70tgXeocjP8Ax9f/AFq9a16VU0HU5ByVtJGz6AqQK8JTmfjtUxKZ1EWratNCZV1O7TaOAZSarQ+KdXa/W3k1O9CnPKTEE0Qrt09q5Wa9RL9ZIpFdonBIB96aEzutQv5rjTYHluZpm8x1UzvuIGF/xqLTNRaOdcRtnPBibH86q3k8UVpaRujyBo2cbfQucfyrQtbW2gthcSeZGByAj7Wb2z6f4VdlYh7nIeNNEm0/Vv7YtVKwXD+aR3ifvkehPNQW2qWl0g3usE38SOcAn2P+NdBqOrQ3TyBo3ZQMN8w5HpWG9hpd4R5VrMhb+GJgf0OamdNSWp34LMa2Dk3T2e6NLTdXbRr2O9gvIkKkbgJwA691ODnBqXxNqtvf20mq2MltG0xEdtGhzKxzg5UdxzzgAccVlDw5psLbrgXEf+zJIi//AF/0q+z6PpFo1xDa+c6kKBnPJzjLHoOD0/KpjSSOnE5zVrPmjFRdrXW5FDodp4d8IzX+qwxXGqakrQWltINwiHdz7jrntwO5qv4NO+e+iQbkSFMn6HH9axry9vtavDIS0shGwFeEiX+6ueAK6bQG/sSykhhWGSSUhpXK56dAOegrXZHkbia1Ys9szKo3Jl1x3HcflzXJSEbCT6Zr0vTJra/vFiu7VWBIwYyykc/WvOtRMA1G7+yqUtxPIIkJzhdxwM9+KE7iZTMBa2W5R0ZSxXaM7uBkn6VWddy8D5u1SlmA2gkLzwKjzimIW1spbxLgxYJgi81lzyVBAOPXGc1VI3HI6+nrVq2uXsbyK6iHKnlezA8FT7EZH407VIIIb3daurW8y+bEFP3ASflPuOlMCAuFtwFPze1QFmPVifxq1LIzph8EfQA/nip7jQNSgtYrw24a2lGVljkV1H1IPGPegDOTlx069ziu00meaW8itoHtbqERq0hMexkHfBySSPeuLYAHHpwcHOa1NDuJ4b5Ps7BJWbiTGSg7kUMD0QW0LDPloT9BXOeKdC32x1GzGGjH75F/iH978O9eheHpbeIxvcL9rPBZrjDfp0xWj438P3MulHVvDkz2zopMltCfkkXHIweM/wA6zvZlbnz5bNmb55MKB3anXKHzWyMYOMHqKlVgJGeMAbuowP8AIqe5NszkTyESj755yTWhJmdv5VuyQzwJElyF3PEJEdTkOp7g+3Q1tab4Q0yfTLXUXuLueOVcuYNoETcgKc9TnHHeq2rWNxp+jIgiL2rXAdJJo9kkDEc9CRtYD9KXMmOzOcdMk1q6NoUmoQzXUF9HDcWwMgTdhzjpt465x1NUAquCVkibnGA/P5VNHG6g4oEEmqX1w8kl44mkY4bfxj8uP0qr5i55gX8CP/rVdFpvOW9atwWsMXIQMfcUaBcxHVXYskJVV64GauW2u6pY2z29rqNxHBINrRh8qR9DWzFZSalOIYo0Q9N5HSpJ/CE0MpW6ZW94yOaLodmY9r4k1CzMZiNvmP7pe3Vtv517F4Wa817wu1z4hP2ttS6xsgVfKHC4AwB3OfpXB2HgWO5kV0ikljB5DEAV6zawLBZwQKAqxIEAXoAKiTRSR4z4z8MXfh/UUaNnksbhyIpx1GeqN6HH5isSe/aFBDDgSAbdw/5Zj0Hv719BXVlbajZS2V5CstvMNrIf0I9COxrzZtC+Gf2yazfV9QiuImKsC5+8DggZTBNCdwaMNXAOSwOeuR/jTpo5pbOQQqZcoSSq7ce2SOfwrZ0TQrzW382w0yWYPgrKybU/M8flXZxeBoLCISeINYhtFxkwQn5vpnr+lVdCSPLtNumurfa4ImThge/oaszbRHvZsGPvjPy9/wDGug8X6h4N03TGttBs9l9uH795Gy4B7jPP4/hXCxxXWo2z3NzcmO18zygQQAXxnGPp39xQtRWLrXsULfckl658sbsfWoTrNnGwhME7MFwERQcccDmmw2sNshVZy/8AwIDFNhuLmO4MMe1izhULKDnPvTA1Im/cqzRmNmGSp6j2oZ6oXtxe2ly0MrwMR0eJQVYeoPpVQ6hcn+KP/vgUBc1i/HHWonJPWsiPV5pSVVwCPWMVL/aN1jG9Mf8AXNf8KBXJ5F7mqz4XoaQ6hddPMT/v0v8AhTTq9wZghcBugPlJ/hQAgPv+tPV49rKVyxI2tu6evHfNH2y56+b+SL/hVyyW/wBQ88RXB3Qp5hXYOR3OQOAPU0AUEu2CSbbNiOB5rsQF9fauu8D6Kl7p1xNp1pbTXkJZri4usMsMYPHBOBx3wT9K4yRXuSWkuUII43MSR+FaGjSQWRZZrlliY/OYgS2PbiiSuhrc3vHmoWNrd+TZW1oLiUJJIISHSEY+6repOSfTpXIrcNcqnyRBumEJz+OaXUprFt4topGJP+skY5/KpNF0mfUJ41tCVlPO8nhBmiKsgZb0TT5tR1NYCjiNeXJ6fQV7DpumBIo7eIKAuNwPr2FVtE8NQ2tiHleZ5sYDMBlvfFaZ0ieztvtdu7epBGCPqvcUmwRn+M7i0ttDlsZol2yL86E5+bsR714PcEbuDkmu58a6xJeXBSUhW7gdK4X5VzjuaaQMbCqSyqsjbFzy2M4rVTT1lQm2BXYpIGxi0h7D0H1rK3EHgmpVnkP/AC2kx/vmmIlvLd4BH5wUMc4UHmqmSaV+enrTo07nrQBLCmWGSAK39Ot5LiVYLYiSQgnrgKByST0AA5JNZFsTHJuRA8g/1ankZruBrIsLJbe4jjuJoUUXbFRiZ15jgGP+WSfeYfxHrxikAyTdoQhlUiXUZV32xYcRqek209M/w55/i9K0fChCRXsYdTKWWRmY/M+c5OT15rmJL2S7le5uWeS8ldnmmd8789OMcY/zipLW7eC5SVDzjBxQM7i+Fw8GLZ0ZyeRvAqrY20kZY3U8XPRQ4OK5O4bVG1SO/jvpYY8EKqgr8uMEDse9WIL2a3t0hR3YKuNzDk07gdZP5AOPNQHHrWdNL5TZDA/nWZFqMzEb2GO3FaDOs9sV3bGI++o5FK4GZe3dyZeJhFGeOFOaY2pDG3zXIHqDVJtMNtcNPPevOSxIXGAPzJqGRo921GznjGaTHYt3E8Xl+fJMEiHBJUk1LZanYJPGUuc4YE/u2/wrH1kkWSIOm7n8BWfZMfMFLoLqdn5vmM7/AN5ieaz5+Loe4xU0T5jX6VXuuJkasy2fRfg5ZbnTtMuio5tIwHC89AOv4VqRXTvPfSbz89wygeygL/MGvKPCnh5tes1lkvbq3jCqqiGTrxz9K9QsrSOxsYLUPvWFAoY/ePuaiUug4oZcWa3V9BcPd3aeSD+5ik2o/Q88ZPQd6nkkRySR+FUorjURrE63FrZppgT91KJSZWb/AHR0H1qdpowAFC8egrMop6lYQ6msCyXN5B5MnmI1tMYyTjofUVZG5VVVztUALuPPHqaz9RudVF5arp0Nk1oW/wBIedyGUeqgDrU95ewQwyysrFUBY+pAoAp+IreK+8P39rcM5jkiKkIxVvzFeD+IJZoRpW0soEcyIy9RjH616frHjCZ4GttPtI7S5d1Hm3jboyvcAKPvH34rzXVZWv7WOzjYRsMyiRudu0c/oa0pySVyo0XUlyLc5KW6MsrO24sxJJ3dTUfmA9j/AN9f/Wq2NMck5vR+EVOGksRzen8I62dWHcv6hiP5SiWQ/wAP/j1JlR/Cf++q0ho5Yf8AH8//AH7/APr0p0UgZ+3SYH/TP/69J1odyv7OxH8pmecfQfnR5x/uirzaSFJzfS5/65//AF6iOlj/AJ/G/wC+TT9rETy/EL7JFHcyBHAHy7TkZOD/AJNdDY6Zq1/aC8adXssbQglKtGM4zgVmWmmNDL5/2kOsXzkYOa67w27SaFcxAgNmYD2J5FHOnsZVMPKklz7stadoUUKkC3iaTu7Lkn8TV/8AsGOdSk0MbRsORtHNX9F0y6khX7TOskyj53QbQfoK3U0dcL5hyoOcZ64+lRczsYlrodjvwbWLA7uM1qi0gTb5UICrwAowKu21ldnJuPszFc7RDGVGMkjOT6ED8KtjTXIyzAY7VLY0jPk0W11PTri2kiy8mX3liWDdjyeKTwvP56yaTfgC/s+Aenmp2P8An+la0NteQX+9J7cWu1f3fl/PnnJ3Z+lZPiOzmhlh1ywH+lWp+cL/ABr3H+f60XvoBL4o0+C30PVbtIwJnt9juGOSMgAY/GvHrb5rk16z4k1Qat4JkvbSRRbsoEi4zu6cZ7YOPwryiwGZifeqQnudBKAml89+tcK1tDaMyRKdxP3i3RfQD+tdxeuBZKo7da5c2xxJeSALEh2qWXO5unA7n9KIgzTl1OBbeyjuJ1gCokZkByQoPXH49K3dRubC+jtvsmqXVzbtHmMi1CMwzjON3HQ9a5KLTlEiSQ2Yu5iwGyQFlZj0U45Y+wrtIPCOq/2BPd3qwQ3FtC0i2sHyFkHO3Cjapxnjnp61omluTZsyvIs42ZzbQrnr9pkLH/vlcCoZ722ZPLFw4jX+CCMRIPwH9awZblpJf3cKLGRlSBuI/E00xeem2XDrjoxGKq4rGil9Ybj9nRHYdTndT/7QRsrLCJlbqkh+U/hWWlqkKYjRUX2NOEbDJGePepuNGpLcLOSDCoU9FU4Aql9o0/Tl8x5XVi20ruJwevp0qMM3eo5bdJx++tw+DnkUIGbVvqgtIzPGCeNysG4NceynHPPrWw6yeT5aIQgGAFHQVTa3mI/1Tn2xTSEzLYZPOfoKkn0+SKHzhLDInHCNluRnpipZbO4znyJOf9k0zyb7aFEcwA5HyH0piKDqRlT1qHoa0hY3LRsTC6soHylDlvpxUEmn3Wci1lH/AAA80wGkw7UIV1kK/N0IqxbapLamIxRwkxElSyZzn1GcEexFVJopUfBjYexFM2v/AHT+VAAUDMWJxk5wBxU9nM8FwpUfd7+1QAOTjac/SrKWl7jelrMwPpGTQB6DoeqjYjM3A7eteleH9bkEfkbFaN8ABjzXiWgmeGdRcxSQ4PG9SMj2zXpmj3ZRhtI2Z4AHNS0NMyfHHw5ntNQfxHpVk89sW86a2hXDKw5JUdx6gc15PLI891NOYwFdmYr6Zr6w0e+gePyC456gHJB7fSvJvix4HEEh1vSo8xs+LuFFOQe0gHoeh/A96UZA0cl4a1XU9EhknsbjZHKv7wIwIJHTjGMiqninxDf6u8Mc0o8uIZCqqrub1OByfrWN9kvYmXZDcKO+1GqUx3hH+ouD/wBs2/wqrIL6FdfKKoJIPnzkOrEE/h0rS3+Sq+ZBMocZUtxuHqOORVUQ3r4Vre4PoDEx/pXQ6neavrFlaW0trOVtwNokl3bOMYQHGxfbmhsEZS3kQ/5YyH/gY/wqX+07ZcA28mew85ef/Hagt9Nvbt5EtrV5WiUtIFI+UDqTzVU2BLszRMXPT5wAKQHR6b4pttPbI0t3PqbgD/2WrVz42incudMcZ7faB/8AE1y/2O52lhESAMkhhwPzqWTSNRig86WzkSLH3yRj+dLQaudfafEmKyi2ron4m8x/7LVtPiuAP+QCp9D9r/8Asa80eNCQJD9AGAzWlpugapqqy/2bp8twkJAfYR8megOTRZBdndr8V2Y4Ggpz/wBPZ/8AiazdW8XaXq1xv1LwVaSXRAPmPcSI7emSoBYVkJ4M8TJIrHQp22sDtZlwcdj81a2vw+LdYNor6Tq7NaA+W0m12j/2VZQDjgdSTmjQZsa18Y7+63Q6VGIYwuMRjYMY9eprib3VdR1Fi95fuVbkpEcA/U9TXPibbKr8jsfpUzyGE+WT06fTtTUUibklzFCU+RQreueTUUcr7PlZgCfmUHg49RULTZ702J+WH40xFt7uNAMo34YoW7D8qjjHOark+2SOa0bHTpNQgmeK4t1kiUv5UjbSwAycZ/Qd6AIrjUpryXzriSSaRgBvkfJwOlRiUv0GDVYcZHoeKt2sLA73QhO2eMn2oAsR2Us7R4PztwoC8100PgYyKvmajtcjkLDnB9OtSeHrQD/THxxwmfX1rsbacTK8cFiGjRlcSopZ1G35t7dNucHtipbZVjmJfh1bQWbXVxrE20EKqR2wLSMeFVRu5JPFcXqMC2N3PafaUmEONzoPl3Y+YA98HIz3xXaeJ/ETrHGYWKyupFqueYozwZT/ALTDhfRee9cDCUN5HuGYlkUMSMimr9RM1pdISHTLS9Wd2WdGLKUxsYEZH5EGt6TwBJb2LXV1eP5nyEWlonnzhGx8zBflXqPlLZNU7O5+36JqSSKf9HlFwme6/df9CD+FdRp+ux6P4P0m4udWnjR5ZYDCIWaNXiYYBCY3ZVgefWldj0OZk8I20ELSzN4hSNfvO2kKij8TLVX+x9GHH27Wv/AKEfzmrT8W+KZfEMkdvE4+wREOAEZPMfHUgknjoPzrmhGOu0flVCLx0fw/0afWm/7ZW4/9q13ng/w5FanfbrIICQwNwo8wj0O04H61L8N/h9banbLrusRs1uWItbfO0SY/jbvj0FevW+m2MSBI7OFV9AlJsdjnIoZC+5VVkXouMH86zvEeoxpZlQxXHPXBGK667soo0YWo2MR93PBrxrxtqhhlkVwVkU7CD2NTuByupHRr2eee8huXnLHa0d7HEgH+6yk/rXH3KxJMwjOUz8uJA2B9QKnupixOTkk5NUuprQkUbePlJ/4FXQaedE2Az6S0p751Bk/lGawo0JbHrWjEoSNSGyxJyuOg7c96AN3Ph0cjQIj7HUpv/jdMa68Px/8AMuWp9/7Quf8AAVU0u0m1W/jsrRoTPIDt82ZYwcDONzEDPoO9dTquh6Za+FVU6etrqAjMslxdTlHDDjZ82Bz2VQx96TdhpXMKO70oxPc22jW1q1t84lS4mc7uww5x/wDqqvbTpbtB9ot4Ln5TJJHPv2szc5Owg5HHeqpwNNt4Bx58m9vp2pJXzM7HoTxQI2Rqln20XSF/4Bcn/wBq0kutQJjyNI0Yt3zBOMfiZTWH5vpSKSQSerHNAGlcandTLtWKwhA6eXE/H5sadbahcRfej0+T3ktd3/s1Z+acCBQM6CPWbnjbBpK/TTEP82q4NXv1TBayjPp/ZMIP610nhLwvpU+j2lzNZpqjTFWmMpOyMHqFXIHHTJOePeuY8a2Wm6drduNN8qGbEguoYGOxRn5AVycNjr+FK+tgsV5dbukyWnhbtxp1t/VaqTa9cTQNDI+5G6gWtumefVUBH4Gs2R81AzY70xFm8mF9bJAsWxhklt2dx6/hWbZk7gauQRmYShTk7NvHuf8ADNQWUW5sCkx9ToIHJgFQ3TZK/WnIpjt8Gq8rbiB6VmWz2r4dTMPC6OImbbI6ll/A/wBa6yO4jlkCuWXJxzxXM/DiGSy8IRyTKVFzKZYgf7uAM/jiuuZ42LKyqcjjj2rGW5a2Kunaro+qxzSafdxzrE5ikxkbWHUHNXdsfBV0Pv61TWzsbeLyre3jiQMSUijCjJ6niqr28e/yw7IX6HnA+pqWBKdb0z+2Ro6XkZ1AoZBCFJOB159aNcQ/2HfsNvMLYFU20u4WRp4pgJGG0yiMbiPTd1qK902/kt5IvtjBmXGSOlDWmgLc881iHZAsskYDLkw/Nx5nbjvxniuUDzteRCcvxHKAGhCYyvt1r0bW9FvU0q4uby5ilSCJnAWM5yeAcn61w+oTJbtHPNCZlBZeGwwyMZB/oaKUHyanVRrRjWi2c6rHAqQZzUCNG5PlPvA6ZGDj6VMDz1pNH0Ckpaomjzint901D5u3imyynd7EVk07mq2GyE+lQk5pzPkd6bjPrWq2MJPUsw/8e1x/1z/qK3PCp/d3EWf+WxH5isWwki+0xQMnmGaREIP3QpYZ+tamgsIry9QZ+WYH8Mmtqa0Z4uYzUpxS6HZeHtQt7uKSSJpv3b+W4kXHzDrj1FdVBKvy7VX8a5zTFDQ27EnlMc+1dBFCmAQ2c9qGcCLUep2sl69iJf8ASIyAwEZx0z16f/rqyp6fMPrmq6DIwWJFPEcIPHQcfWkAk9/aWbW/2iZwJJBGGClgDz1x2qZrsSQ5WPKSLn5hg4NABI/djGf1oXn7+c5wTQB55rFpdaPb6raLxY3mJkA6K4IyPxzn865HS1zMc9K9b8VadLqWgSRwKXuVG+NR1cDqB74rybTztZm6Y7dKtO6Je5oX5/cFRxgUy5tP7QjtRJH5UEYRbdInH70kZYc9D6seBTLh90bGs631B4i1uThgCYJO6HOSPoaaGVjrWraJru+GX7PcWTlIlMasI/bBGD169+taI+JPioMSNQh5BBzax85/Cuc1AOWilkbc7rtdvUg/4YqiW7VpZNGd2iwxEgG9UfHTcvShLeEuFEEZY8hQpJP0AquGOeprqfA2rwaPrMjzSeSbgKgue8JHfoePXiqEY7WcUKI0tlGm/puUg/keaX7NbEcWsP8A3zXrmvax4c1LRriO91S0uRHGyqI8Mzk55VRk5Jwd2VC4PrXksbEIoYgsAMn3qbsYz7Nb4/49Yf8AvmgW9qCN1rDtzgnaeP1qfrTWGQQ3QjBouBMNOsj/AMusWfof8ad/ZtkcYtIunPB/xp1u5eEd2HynHqKnBOOhpj0Kb6ZbAfJaw5+h/wAaLXw/e3/mNZaM1ysRw5hgZgv1xVssQCcGuu0hJdIgmDNHIRmbzbe9jdQoAyPLLKSfoefQ0pN9ASR5+LBP+fS346gof8aimsAAcWsP4Kf8a9B1TRTdK11Zwgyu++Rjcwom1uFCxhmIA7ktnnpXO3dtJaztbzqhdQCSjhhz7jihO4NHEzKEdlMSgj61Flf7q/rWtq1uNwcDkcGsr7u73HSqJCNwrDMUb+zA/wCNW0nQ4/0S39wA3H61QHualV8FS2Gx2PSgDVtLpI7lcQRxq3UrnPt1JrudJvlcbCzcjBwcV5qpVsBuRn1rufDccOqapaW8MpjSVx5wI5jAHJB6HODikNHrHh13MSrbR/Iv90YA+prr5oor6ya3uo1kDKUdW5DKRgg1lQww2sKR2qBIEGEUdv8A6/vWhBKMA/hUSQz578beD5/CGq7lsI59Jlf/AEeY7ue/lsQeGH6jmrNvo/he8tkngt32uM43ykoe4OO4r3fV9KtNZ0q40++j32twu1x3U9mHuDyK+btd0TUfDGsXGlzzSKUO6N0cqsqHo4+v86e4HQDw5oHVbX6EvLVy9h0+18Mv5W1Hs0Jjxn+Jvuknryc1xlrpWu35jFpFeS+YcL++wDxnqWHars+jazZaVLFdQTtczyACLzRKVRRnJwSBkkf98mpfqUvMv6BE0Hhi8uufOvZhCh/2V5b9TVWVAw2uufrXS29nFFpVpaLIjfZoFDKDyXblvy4FZ17aYJIFESWYPlrGSpX5CRuA64BzipPE2sRzwx20G8IPnfcMY9BUzr5eWfgKMmsG2jOo6oS/McZ8x/f0FNpXBN2C2sVMIklLB35wDjA9Kuabq8vhfUkutPzvPEsTMdsqd1P9D2qW9jNvGZhzH/F/s1hDdc3G49z+VRrfUrS2h71pup22tabFf2TF4X4ZT96Ju6t7j9atLGwZSGI57ivI/DmtT+Hb7zoQXgcBZ4c/fHqP9odjXrllc297bQXMMvmwTDcjg9fr6EdxRdMZ818njqTVswyypGZMRbRgtJxxSyTxR4W2AQd2xyfxqvJIZCOM/wC0eprcyGyKqthH3gd8YogC+cAzhBg/MelAj9adtA6CgDRlv4pdIt7I2EKSwFiLhOHfJyd/97HQelVoY48ZkZuOgUcn8TTFjy288se5qxEhPPYdTSAepUNvSMJgYznJP4/4Vq6D/Y91e7NR+3zHHypa4GTnnLEE4x6CqCIG9Ntdj4W05YFE2AJG6HHQVLY0joNLJa1hbSdK0xo2JVRLObiWIjGN2RsGfYZ+lZ3iHWLqGKVdRv8Az7aBtjQRsQksw5EQxxtUYLkDHQdTWlqurrplm0EMohk275ZEUfuEP8Xu56KPXnoK8p1bVZNTulEaeXDGuyCEHIRfr3J6k9yaS1G9BlzdXGpXzPI7PcTNlm/wFbl5pkrWseiadbmW6RDcXGznbtGcE+w/U1W0OJLNZb9k8xoP9WuMl5T0/LrXuHgPw2vh7TPOvIxJqd9h7wnkqD0j+gHX3JpylYFG55xb6rYxaHpth5DCOHd5oVB8wkTbJz3OcH8BWbZRtc+G7zRp40dmuIrq3mMu0ROoKNkd9y7fxFQ+I3Hh7xFf6S1uzG2mZVO7AKHlD/3yRUWnatFJexKI3jV/lZnYYB/wo6XDrY07jwJrNlZW97c/Z47e5AaJzKPmz078dDV7QPh7favq8NtJNGtuGBnKMCVTv/h+NbzRWl14dHlzS/aYnKcqPLcDBUbs5B5Pb0Fdn4dvtP0WwMRSSe7mIaZ48BR6KCeuKlSbZVkjrIbeK3hjggjWOCFQkaL0UDgVYA2Jk/hWZHrlrsDyWlzGnrkN/hVt763vIQ9pMsiHg46g+hHamxFW4kySxPAryXxv4YuvE+tNeWk0EUZUKQ743sOM9K9H1q8jt4xEzqu/7xMgTC9zluOlZGbJ7dM3lmrBcYWdcfzqG2ndDSueMj4b6vMZ3W5s1jicJveXG8ltvyjGTg9awL7Q59L1Cayu2CzwthtvIPGQQfTBr2uS6sIr6chLaSUriKRLlFXO3+IdSQfpxXCePLaO81+K505vtfmQBZjbfOFZSQM474/lVRk29RSikjj4YIE+/wCYx9iB/SrGLPGPKnI7jzQP/Zal/s3UbdDO9hcLGvVpYTtH5inQ6ncKMRR2Z7f8ekTfzWtLkGlceKpbmBoZbSzZGj8vm3hyF9AfL49Ka3iyZkK/ZbBRuDDbbxDkdP4Kq/2vqQIAFsCegFlCP/Zac2satGMtNAn0t4M/otIZRuZQ08bnliMgg4x3PFZzzM05HGAcVblnfIBYbHbL8Dk84/yKr38tybhYbp23xKAqMANq4yOntTEaOkx2t3qVnazIAs0yo7BiTgn0zivRYPBvhxxcRyxXiXSnESjBjb5c5Zj054rzvT9a1K28lYr2YRxspEatgEA9K9Li8c6ZHPMYY5GglRd0UtqGOQTkAk8devqBUSv0LjaxBb+CtElwWilGe24f4VZh8C6DPbRj7HfJcuxJVyoTaGI4OMk4wePU1d0zW7SeFZUs9TkhJIVlttxOOOoOKuT+KbXTWSNrHWB5sm9FFiNy5IwN2ehK4xwTzWd5F2RBB8Po4oGt7dLqO3lI8yMXJRW9yoHP40yb4a6dYOktzpk8tnhvMe2cMyHHGeOBnviuw0/Wrt0NxN4d1tY8ZH+igHHb7zD+VZ2reKRLAI4dM1tXSXzGH2RCHypUKRv5HzUKUrisjzzU/D+m2DsDpjxg5aMT8MU/hPA64qPRNN8P3Nrez6hpMjrFwn2eUApx1ZTyeSMY9662bULnXLN0m8P6pLhiSZGjDKT6c8D2rl9C1K80fVL6KyEkMkoG1t65OD8obgjGfSrT0E1ZmVpOijXtbsdPtBHaC63BnRSVXapJbH0rH1HQbzwtrkmm6iEEseCHjbcjgjIIP09a2/B2vRWnjXRriYeTbi5YSyk/KAykEcf7wq/8WtQ0vUPEkV1YXkdyjW6K7RhsBhkEcgdsUO9xHNSMPL61d8L6Zb6r4hsre7J+zNOgkX+8Mjj6VkxzpPARGSdmM8dK3PCjmHV4JOm2RW/Iipewz6DkijRQqoHVUAAztAHTr7elZ+o2l7PptxFps8dtduhEcsgJVffArQljEc8jyNvBPAPQCqGoa1pWjvbrqF8lublgkKyAk59OP61iWJYW15a6fbxXV39rvETE1wF2hz7L2qb7Q6HgYUHk9zU0o3AiPhh+Kj/6/tULCIR7mcIApLMegH+TSAybG21CDWLy8u9ZW5tZseRaLFsEWMc5/oOOa02kDA5JGTnOazNO1XTtetWutKu/PjSTynJQqUP41ZlTy2ABYhfemx2Ob8c297NpqXMWpywWkBCTWYX5bjc4AJPt6H0rz3V7VX01naby2QNJnG7A+g7nj6Dmu18Za5Zoq6F57vqDNHcPHsOFQEnlumTxXEWem35t9WKXQdItUREUf6yMN/y0HqudqntzWsfhCmm6iS3OLaNopVIOQx4YZHSteKAyW1xKH/1O3gjrk+tTXVuTch7j7S2Mjc0Qxn88Uqz26289vEHaWUAAZXsc9jmsZNt+6fR4WCp026rSkJp9j9queUaUAZ8tWxu5xjPYc9a6bxBoumC1DWFuFYDl4mc7CEXqGJyN24flTdFe003T4VuoWaaVi7ITtGM4G49e3QVpTahAkssbWaqh+6YJG3L78kg1zycubQ56mIhz/E/lsecRrvkVSSM9T6VYBjgEjMufLbIP972NXdStPJ1kvHDI1uxDFo19Rzj0NQTy2c25YI5VjxjBKu35gitW5aNI7aUqM4vmka+l+EtQje11W6FusKOrCDf83qoOPp/kGobOBo7qe4Vg0cwzkdmzn8j2rUTX7q406Gxit7pnjVUVXwAfmHb6ViWltLB4h1SE3Hm21svlwsvR1LZBH4Z5rqg77Hz2MhOEkpW6/cdZoUEkV5NeLdTSCf5Bbk/u0weo9/8AE12EXniNW2jBFcXoerWsV9b6XL5v2mVmkj2rlcYHU9uhr0SNP3SkdAOc1MtzmRn3Vhc3U0E0d/cWwQMpWLGHB9a0VB3Z2jHeqmrata6Dpf268WU2+9UIjXcQSeKns7uG9soL223eRMmULrgn8KkCxKhms5YfMaMSIVLocFcjqPeq1tFJbQrFLcy3TqqqHlABwBjt3q3jzfk+bJHWs+DUrO41C4sEdxdQSGNkaMjPy5yD6UwL5kKKCcnHTA6V5T4wRIPE1zJbIqLKdzoOm7HJHpmvWFDBgR6Y5rynxc3m+I7rP98j9acdwexjuziz8xlIU+9UtJsxq2uW1uZVgSWQKZW6KO5/CujXRbnUbSOOIBIwPmlf7o/xqOK3tLSWPTtChS81CRxH9quCNiseOM8AD1qwUb6vYjXSbKLWtSt7eWK+tInCwXEiAggjJPPHbGfauk1PRraK2gWfw5YWMygcrDnzhgAnnjg88dd1ZvhuyS913UdFv724TUUJ8wG23K2Bg/MSMe3H41G1/cpqUNkrxtG8hy7IxKqM/Njd1IGcUm3si1yKxuW3hqwubZfL0yw84sg3SQjaSSPlOB36fjU17oGlja76DY2jnjyUiPAycMd3qO3tVwDVxYRwWt1omo2k2GAKSrgg5BODlSMVHFDq4003MsGlRkLsiRmmfzeeucj1OKnWxLtfQyv7C0xjxYWg9f3QqymhWEdhJKug6fcxMWBuGRlNuQAOo4PLA023j1mSTayaTGT93c8mCfQntWjpOkeIdVkuC1jo9iIs7g00zeYTj7wH0BB6UXfcTOZfS7EEldPtsD/pkK0G0ixi0iNj4ds3jchkvvLZScknGOhxtYfhU+rrq9ijtLDo7uhOTFPITgDJ4x2AJrgn8f3mQRYQBc7tglcL7fLnAxk/nQuZg7IoeI0VdenSziWCJVQFY3Cjdt5OM1liK8b7vmHHpJ/9eo7zUZby/mvJFCySvuIU8D2qvJeOBkg4+tbJOxk9y20V4oyxkA95P/r03Fx/z0b/AL+j/GqwuiYt4BI9C1N+1jvH+tMC0ftA/jb/AL+j/GlD3A/5av8A9/P/AK9QQSfaLqG3VAplcICT0ycZrsrLwLFqEHn2usK8WduTbEf+zVLaW40rnIvLMfvSSH6sajOMEkZx6iu8X4bTHpqqD/t3P/xVV9Q8EWelmBLvxAqzS7iI/sTYwoz13Y5pc6DlZpaN4Y05NPhluNEiv2SDM6ncG3MAFbI9GYe3FaFt4Y0EvhtJgB4wCScccgkHGayLPxLdXbedDbLBJjZmOdlOBz2Hrj9K1tK1e6uyxS1tS5YqBJcFMn2JGOahuTLSRtyeEtKtZbeWLQLa6t3XY0SysrBycg9cAbQ3UgdfSmnw5YWZ32tnHbXSg4ZJGIB9OuCKS3l1aeYyf2VFGZDsZ4tQK78cYI2njqOnc81duNTvpVCL4fw+AC/20EcfRKluRSSNbQtRF7b+VJxMh2up6g1soDG2D92uBM2o6RqcN5d2SQw3A5MUpkzj+9wMcV02qeI7eytLcxIs1xKu8AnhR6n/AArZO6MzqoHJXGCV9TWJ4m8MQa3ZqzW0c9xBkwse47rwe/8AOsG0vrnW2bzrhn2dVDBVX6DpTtStLnS0jnG5I3+5Ijd/qO9Jgjg3a1tRHFcSxWwUM+yZwpBJwBzzwBUDappSYA1C25/uvn+VZPxIlEmrWt/KczTRFX4+8VPX6kHn6Vxi3u08RdfU0KA3LU9Ii1fT2kVLe+haRuF+bnPoPc1pX0AX51HyMcEf3W9K434facda8Y2YKBobdWuZAeR8o4H5kV6Je27W07JKoa3k/M//AFxXPUrqnUUGaQpOcHJHnniO4+zQoi8NJk/hVfQohHp3mEfNK5b8BwP60vjWMQ38Ee8PtQkEdwTwatWK7NNtQP8AnkDXUrbowfYsEBgVYBlIwQehrFl09bKfKAmJj8pPb2rZpHRZEZHGVNKSugTsZI6Zro/CviRtEu/JuCz6dMwMijrG399f6juK550aCTy3+oPqKAawWhsc95aj1JpduCCFB56E8VM64kINHl7hwCT7V1mAXc4uZEYQQwsECkRLtBx3xUSr61M8RiVTIMOwyF9B60xVLNtUZJOAKAFGe3WtAx7AkQ/hHPue9KtqITBHjc7Nlj/SrBUK7yOQAuSSe1TcZLplr510AU3hRnaTgE9sn0rqIbu40izZJ7mGa7k+ZQE2xwIONx7kfzPFZVlJDp2nRz8STXClo0zwR/eJ7KP/AK1c5q2qvds6K5ZWbdLIeDIf6Adh2qdx3sg1nV2v5DFG7m3DFizfelfu7e/t2HAqLR9HutW1CK2tOXY8nH3V7k+1RWGnz6hfx2sMbGaQ4RMYJ9/YV7f4U8MQ6HZBECyXT4MsgHX2HsKcpWQRVzl9L0ux0vxrb6bPIogt5Y5CXPDHYGBP1avWbn7dNYTpYTw2t24IjkmUsqHua8m8aaTBL49hN5ftp9rLbqHvAu5YyAcEjuMitOyu/HXhuyhntY4fEuiMu+Ka1JlBTP8Ad4denTGKhrmVy1oc/wDFXw9faWbDV73Um1K5vVMU9wYwgV0AwFHpt9fQ15ulzOn3ZD+Vet+M/Hmn+KvBEtmdLntrpLqNgZDlY2GcgdD0OMEd68tW2iIJEqq2fuMD+hFaRvbUzla+hY0q/C6xaz3AGFmUuQMAjPPFe32V1bx3kf2mVlhzklF3Fh7CvDDAEgfALsRjgV6LpmsRDwrpt7OjtiRrWdlOSrAZU49CNw/CiSGj1e/8QaNeWMy2srxskfyKV2k49skGuZ0rUrmB4b+Ljdyy9nHpWJaXOjXDqkEtpbxucmKJSm49zg9zXS+QXtZDEoVUiLIAOuKzehaNKfUNDu7creJFcXTTrKFYCTy0HQEe/Oc1V1DVobXw/Fa6VaW8eAy/aDbKCOedoPQ+5/KuTtAINcQ4CrcR4PpuFdB5Yks5Y29Qw/Hj+dQ9GNHnNq7R3UofJkY7yT1Ld/5frUNtq48Pya2ollgEyI8TQgbg27jBPTtyOeKtajH9j1UM+QCTn+tUpoYp9VsA6ofMkERLjKjsDj6kflVolopXE+s+KFW41G5lt9O3syJyWkJOTtXuffpVDUdLudEuIbk20sFlcfKm5ssCOoJ7HvXq1tp1tZhpHD3FwBjpk/QVh/Ee6gj0CKwu/MiuJwtxbxhMgqGKnJ7d/wAqtPWyJa0PML8wyXjCJJkQt+7UsGO09Oe9XLWzSOJmc7Y1G52NLptpJMiM65APyeuKg1W7DSfZYmxGh+Ygfeb/AAqvIR2Dpp8lpaaja6fEk0sYcuzFgp6fKnQHj3rmfEaE6nHcHP76EEk9yOD/ACFbXh9zdeGvLJybWYof91uR+uap6/Fu02GYj5oZMH/dYf4j9aBGTa1sQueKw4bmBBzIB+Bq8mpWoA/eMfohpNDO38LeJ77Q1niibzbVpNzQseASByp7GvRbPxFHqtoqBYo/OIJa4GD8vYN06mvGNJuo7l7gR7sBAfmXHTNd1oT79Ni/2JSPzGazkjSJ6Nf+IE0ywhga8tnBXGQwZiB9M1zkvi+2uXa2AlfALMBHgH2BP86p6wu+yt3HHLL/AFrl4yY9Tj5+8NpqLDvY6PXtUmubTbFmGKVMsA2Wf/eP9ABXM2426zbS/wALqB+IrZusvpsfquVrNELSwWMsfWOUhiO3IxTQmcDdSPYa2tuACILt264ySwwP/Hf1rtfHPga98PRWE95qUV1LeLIXiih2pEVAICtnLdeprjPFse3xVqRXkNIHXHoQDn9a9k8dXP8AavgXw3qEiMrSou3cQd26IZP5itG9iUrnjtpGy6fOA2xmlADY6YX/AOvWt4bjW1vgBIz7m3MxGOfYVRnxEip0JdmP6D+lWtIcC+jBPUiplsNbH0odku2UE/MisQB6ioLmwsrueK4urKC4mgJ8qWWFWaM+qkjNN0e5N5o1nJhc+WquOeCOP6VnWOo+IJvE19bXOjC30iJcwXbth5G46DJyOvQDp+FYFmwcnO0++BVZ8FWR1VwQcq3Q/h6VO8cnlZZtue1ZGv3Wq6fo00+j2S3d/kARsRgDueSM/nSQy1aW1vYqsNtDBBDj/VwoIxz1OB3pRHLO0ggj37O+Rwar2L3T6VaTX0McV88YaeKNsqregNaOnZMEzE5zIBk+yimK9kct4r8PajqtparZ6eklwk+WcsgZV2sMbjzgkjiuU0JX0/xfPBPArSJNMrruIKsMZwwP/wBau3v/AB7pOj63cadfw3cZgIBkRN+SQD0HOMGuJgvLa9+Il9PaSCSCW6kkjcAgMrqpHX8a2V0iN2VNc1GLU9Jhg+zLGrXpiAkkLsxYHgZ/oK8/0vTI4NftY42bcXEbIwwQx47+9dhOqi0eXaPMhv1Ct/dDHa35iudsHiGt2NtHK03k3YInfq/Ppzj86uOwpane3ngvxDDH5kulSts+VhG6uceu1Tk1Uh8PanfLGlrYXJmUbCrRFRjtknAFe1Sk+c/P8Rrn7RPFn/CWXMl7dWr6BhvJjUgv228YyDnOcmuZwTdzVTaVjz+bwlrtra3F3e2Bjt4oZGkfzkbACnBwD64rzXw1GG1J/lBKRlhkA871r6V8QqW8K6wOmbSTPPtXzf4bXZq0wz1i/nItbwehlLc9OutTQ3txbCyiJjhMe7e5U/8AAd2Pw6Vy+j6Te6trNzbWEPnzfZoZGXcF+XuecDuK1TbWtlq99FaQLBEoOUQkjOeTz0zWl8Mh/wAVpqHHTTYx/wCg0bDZZ0Xwtrtl5on08ruZSD5iE8duD9K6+Gyu1hVXhYH3wamj12ObxHPootLpZYk3+cyfu2GAeD+NaRPr2FZy1GtDI+xXQIwhxjHOMflTmtZiiq0RwBnqOPp7VoPJ1wag3EnNKw7lGSORNzyZAxyWNIS3zdORt9/zq3Onm28sePvIVH5VhXL6w8tnLp5tTA8R85JuG3EcEeoFAGrET93PAYEDNcM2iW82p3Wr6rKI7QOxjQ8mTHfHpXW3l5FaK++XbGikyMOoHoPf+VcFNez6rf5ljaOIYZI2BHH8Jx6elWlbUPIqeJdXnntkt7YtapMdqADlV9T77ck+gwO5rl7O7uFuLmSC0mlhih3ZjBJhQEfMce/X61ra66veXb5wsOIQf9puT+gA/GrPga6W21WYKG3vH98KSFA5JPoKroFV3quK2jod/Z+IE1TwydVgmjleOD94ynOGAxz39+fWuDkG3X7o4/1EDj6E8VDqOiR2vjlmspjaQXrxzKis0aSq3DxgAYPPzY6YNStIrXupuD80rRgD6nJ/Wlawr3NiG4ns7y3NrIUYRKDjo2T0I7jrXVa5qEUaxRNZoCoxmGQoOB6cj8q5W0HnaxHH6yov5Vq62+6WQ91jY5/T+tKwyC11O2uZCht5o8DJIYN/hXSNr6WNnFfW9vI1wF2B5ZAAQPVR1HHrXG6XHzK/1ArU1lvJ0qFOnysf0qG9S+VHM+KPEd9fC+ubuYNIbTYqooVV3nHAHtXmMrfNiuq8RSFmvAGAWNYx9T2H61yLtljW1NaGMmGaQjIxSZozWhA2E4Zoz0NKRg4pkvBDDqKfu3KGFAG54LtftfjTTY9u4JJ5rD/dBb+gr25IirZIAGegryv4WWom8S3d0wOy2tWOR2LEKP616zdm7GnTtp0EE10yERiZioB7HNYVPiNYbD1TYy5A2n3rA8dytaeD7oxE5mkjiPspOT+gxXR26TtbRm4RRNtG8IeM1xfxHutlnplop+aSZpmHsowP1Y1Mdynscppw8i039CkBf8SeP6VtaLb7hBGe/wAxrCg3tbsgQjzCOB2UH/8AVXWaSmxXYfwrtX69KtkI6W1v5YNJYOEkT5gm9fmRfZhyKyo9fkV/mgBXj7rc1Z1Qi3sFiHUKE/GsOOPdMvoD/KoZotjrbXVLOSVjeebJAV2tF5QJ/A5rnZo4fPkSFnaNW2p5n3gvYH8KsJ8sXPXGa57ULiSCWWZHKFcsWHoBSi7MGjS0+5vNHuZ2t5QHkP7t8ZKj296nl1PVEilW81ANHgs+J2ljC+pyBz9K86g8bavK+Cbb5QTnyRn29q2tbvJrbwbI1zKzz3brCTwOOrYFbNPYzTRzfiXUhreo+dErfZ412RAjnGfvfj6VhiJi2ADmrCOCMb+P9of4VZHksg866VF/2EZ2P4cD9ataEM9L+DNvaxQ6xI5xcyBI427FRkt+uPyrtNVsVuUYOM49M/mK4r4fyCK0e5hWSJGkVYi/VyMZbjgDoMD3616YWW9t/PRFVl4YA968rGUnzc56GGmuXlZ5DrPhuDUrgxM/kzYIVyOFbt/wE1nQQy21tHbzoUmhXy3Q9iK9E1KyL7jFjfnI3Z59q5vUbRrqHzQv+kxDBHeRR/UdvatMHieZckjLE0be8jBxRS5BAIpK9A4yOeBZ4th4Ycq3oayPmikaNxhlOCK3KgvLT7SgZB+9Xp/tD0qJxvqXGVtDLu44IZGDx5bdkHnkGq5dY4jKY8JnCA/xH/CtK9VHWOZwSqkbtvXFYV1cm6n3bdka8Rp/dH+NakEbu0kjO5yzck1o2Vt5SiVx87D5R/dFQ2Nr5h85x8gPyg/xH/CtLk80mxpFedjHLDIem4ip5UEhWH5CJDgmQ4XHXmqmpTLGr27Ryb42G5scKT0GfpTVkW6tvKLAN/CaEtAYmpX6uxgtmJQAK8mMb8dAB2A7CqVnay3txHDChdmbACjkmnW9hPNJIjbIliQvI8jBRgenqT7V3/gyxgXThei3lWWQld0gx8g7r7H1obsgSudB4V8Ow6PEbmRkkvpuJZTycf3R6D+ddvbSqihFQADqehNYNru3BY0zuPBI71S1/wAV2/hqaG2ntprm4lXd5URA2D1JPr6VjrJmqskJ4+0ptXsYrhV3yQ8tEM4devTuK0tG8d2Mmgqs0kdpNbRgGFVC8KOAn+ArB1Hxpbxgpp6AqR811eLtX3wnU/jiuC1W8F6rPYzRCYn95PM6oWP+yvRR9KtRbVmS5JMveLdRufEBnvJPnkMgzGOy44H+fSuSV7Viu/zYCBhsLvyfXqMVeU3aEyTanFLKVC4adSu0dB1pUe2kkVrn7O2Dk7bhefrwa0SsiG7lSeSzjX5ZLqU/7SrGD+RJroPCjPqGi6xpXl7SYhdW6gHl4/mOPcrurKU2kazbZLHdI5YMXOVHYDFXtC1RdJ1y2v5LyF44m+dFY/Mp4I6ehNDEiWzmKSxuOzZr13TZfMtYXGCGA/JhXmMUGn37b1uDbFjlXKFo3HY8cqfwI+lehaH5UNgkUupacxUYBE5HH0Kg1lM1izH1WFoTvGQ9vNn8DxXU2Uf2lE8tSzSKVPHqMj9aztVj06eSRn1GE+YuGWGNpDn6kAfrUVtqa2tqsNrEZGX/AJa3PP4hBx+ZNRfQfUxvEumAlp3Kqufvn7oPcL/eP04FcfqW4wecgIaIhk9eORXW6xJNdu01xK8shGMseg9B6D6VzdxFvgkX2qkJnqsUdtc2VtcwzlPPiWUHAwdwB/rXmOv2WpeIPGc+nXAje1sXwjRx4LK4BAz1Of8AGuo8J3P2nwbbFmO60LwMPofl/QipdZvo/D2nTajcbRdMuQo6g4wo+vSqW4nscH4tnh0gDSrUr9o24ldf4B/j2rjARjbIMqOh7rT7ieW6uZbidt0srFmPvTV61otDNnSeEpPLv5bPIZb2IqvP8a/MP0zWnPAt3BNZtw7BkGfXqv6iuSs5ns7qG7hOHhdZAD7Gu+1C1El7Dc2gYxXirJEQM9eR+vFAzgUAB252sOSM9KUSDaG804Y4B3HmrmrRCLVbpY9obfzx91v4h+earqCHHK7cfd296BmjoUuNRkiLkt5ZyDXe+Hi0ensr9QVYH1+lefaazR3kBZ8nfhiBjINd1odzJDEdmCCehHTHpUTKjudbeKr6Tuycq4I4/CuRutwvYSiliH6Ac13MfigNpTWzrhiuB/osbD865O8vC8gY+bwc7QwQH/vkVmmN6m3/AGXPJpbCXMamTKIBukfPoo5/PArFvb+G2sFsLdE81HLEq27yyRgksOGfGRxwo6c1Bc6xezW726yCCB/vRwjbv/3j1b8TisyFQZNtCQFbVYbeO7NxsLzXVukDfIGEcZBVm5/i4GDj1rodeIsvD+l6PLdHzLUB7a2DbmWNh8zyHsScALxgDHrXP6pa/aNX0Jg7pvY25aNtrYznr+NRC0hstVvLQLIsgKs5lbc55I5P0FWiTNvLaee9QR4wEGSfUkn+tbmi6ctnMk7gySj7pPQfhU1xpOoW76feGSJLCS3V9gJLuSO/HTNWrcjOaljR6Z4Su1bT2jLchunoDXTsGKgPnceeePzrzfRriX7DcQ2tx9muZIisUpz8jHoeK6fwtaX+maIttqusnVLoyF/ObPyA9FXdyR359TWTRp0Nxkx8p69j6f5NQthmKlSfmwR/npRI+1gNi7hzx0/+tWB4j0XV9X1WxubDxFLptrBjzoo1be5yCcYOCfrSSA2JYhwrHBHAPWn/AGsadoF7qLR7jBHNcbMdSoJA/Sms28MwUY+bOO4PSrlmo/s6FHCsGjw6sMht3UEenNNCkfMI1e+v7wGWcyXt/N80knPzMeW/DPSuw0I21j4ms7dC3yrl3c5LE9yfWrnxA+G1rotvceI9DuDBb2wDm0bJMTllA2Huuex6e9crb6zFqDxXDJ9nu4uWOflb6H+hrp0ktDLY1r6YJpWrEH5kuEdPchs1z1kkA1m1uEIVpJUZVA4bJyfxqe7vRdxTRRzgh33EA9/fiq+g29zqHiOysYjuxITGCMZbHX8Bmi1kFz6gl/1j/WuW8b+JZPDWiJJapuvbqTy4crnYAMs+O+OAPc10NlIbiBTIQZVGGPr71478U7W/svEdvJc3ryW86M1sxztQbjlPQEcfUYrKKu9Smxy/FPUrixutL1C2trmO4gaM3KqYpIwRjJAyp/IVwenzwxaxbGJwY5pEUuRjIBBP0HFV/wCz9U1i8vXtbZ7tra3Lv5R5SNR8zH25rOslYusbNjY3ykc4rblXQhs9PubhP7b1BiwCnJyT70vw38SWdv46uEuDsivYhaRSnoHG3aD7HGPqRXH3eoFmCfaySU252EH+VY9t5kurWVnACq+ehLd/vDmp5Srn1g7sBtycZ+6arO5HXvVbXYrjU9MuodOvfstxIP3c/PynOecc8iqWjWl/YaVHb6jeC7uVZiZQSRtJ4GTzwKxKL5570AZOaUcmpVSgCM9QawmkaGLy8j5WZAO4wx/+tXQutcnrkzWUt2xwYx84Hfcyj/P400rhexmXDDUNQ8gjdBb/ADTZ6O56L/X8PerMWlzavdskCK04UsCWCkDvyf5VBY2r2Vs0cr75pJDJIcY2k9vw6VpaRL5GtWUgPWTafx4pt3Y07anD694eudNu720uCks0265JiyQowAOo7EUeCdcsLdodMunis5CxDXErKqSoxyQS3GexB6gDFeleKNLaS8/tKG5aLfE1nMijqsnc/wAvxrwuGJ9P1VGc4ktZ9uCMjg4OfbFaGerbk+p2dxqUd14oW2a7WaKN/Nt4gFyvlq3OFJAGCR6msuF1WNhJu8qSTJ29Rg9RUVhb26eK76a2hSJbbTgjBFABc/KSMev506T5Yol9s1LKR1GhWu7Vo7lH8223lhKmX2ccbwOV/EfnUutJseZhJFIGCgGNwR15965q0d4nEsTtHIvRkYgj8RWk+p3cyYndJ895YwW/Pr+tIpFrSoJJIP3cbsxPIUE1c8R2jrHGsrxwhUxgsGc89lGT/Ksu3vXiXakFvj0KE/1qlq+o3U6eW8mE/uIoUfpWdtSnI4nxRNG1+yQZ8stksx5c46n/AArm2PNaOszA3pXngHoKyy/PQ/lXTFaGD3HZpaZu9j+VL82Put+VMQrDK0yJuSp/CpMN/cf/AL5qJo5M7gjYHtQBoabrWr6LJM2mXctqZgBIYiBuA6ZrS/4Tnxdn/kOXf/fYrnnAI3Enimfu/wDa/SiyC56V4M8bajc+IlPiPX/LsI4HOJsBHbGFHyjk85/Cp/H94L3xasKMGjtreNV29MsN5/8AQhXmKmIEHDH2OOa617ybVNWmv7gfvZ33sM5xwAB+AAFRKKTuUnpY1LNV86PcCdvpwR9DXe6Jp9vOiIshf+JvLA3gj1Q9R7qa4rT4t0qmukRcKPUdKzbNIq5Y1yZBdFPNVtjFjwRz24PIqnaR7gSvzDGARzUsuoXMgCSuJ1HQToJMfieR+dPivxCgUWduR7GRf5NUsoe+RGxIKjcBzxx1rmvEttJB4b1C8Klt4EahQeAzAFj6Dtn1OK6N9TMmNlvbIw6NsLsPpvJxXYeCtHttT0bVBqcfnRajm1ffySgHPPrkjHoRURdpXG/hPmWzAS/TKM6lgSq9cA5rpPEl+1+bGG2gd4YY8tuXq7dfyqPXtDttIvr7R4Ipru+tLx42ulBK7F4AAHc9/TFU/wDhF9ewCdB1TB6H7FJ/hXVo3cw20IobJJCN9nMn+4w/rWvYaTY+ap+wSzvngT3CIv481nDw1ruP+QDqf1NlJ/hVq60C8KWxtPD2rxHygswltXO6TuVwvTpRcEd5/Zl/NpjGLXtN068jwbaKGdGRfZm+nTAwKteEtX8R2l3LBr1xYParHgTxXURdyD/sn5vy7e9eYnQNVUgto1+vsbJ+f0q1p+n3djqlnc3OnzwJFKsgae3ZUJU5AJIHpWc0nFpmkXZ3R7jewqWYo2e5IrltRszDKbhGKkHLDOc+9dZbalb6rZx30KEiQ/vEGMo3cGmXFmjZ2g4Iyue/tXz0W4TPWdpRPM9YskSJdQtv9VI2JkA/1b9iP9k/ofwrID967bULU2VwymAvZzAqynpg9Qa4jWIU0e5VJnYQSjdBIw+8PT6jvXu4at7SPmeVXpcjH+YKer/MOazFv7VjxcJ+dWY5omIxMh57MK6TAZA8VzCyxvvjOQDjFZltpMl1euhysSHMjf0/Gk0hysrxjJG3dx2rf094o9XhMzbYLj5HJ4AbsTQxj4tILqNi/KBwBRNZ29pG81xMkUMf+slPIB/uqP4m9vzra1nV7LRrQNMfvD93bqcSTD1/2E9+p7Y615pq2r3Wr3AkuCqonEUMYwkY9FH9alJvcb0JNU1T7fII4Y/JtIzmOMnJJ/vMe7H9O1UQZF+dASB1NNRdxGeldBpqXFk1pcWscVzcyOVFu3RR0y31q9iTKh1W7t3WSJirL0bFayePPECLjz4W/wBp4FJ/lXe33w90nVUWa0d9PuHUF1h+eIsRzhTyOc9D+FYE3wm1newtNQsJ1Bx8xZD+WD/Op5osqzRz8njfxJcIUbVJo0PVYQI/1UZrPOpXDSNIXZpG6yOxZj+J5re0v4ca/qM8iNEtpDGSGnuVZFJ9F4y34DFdVY/B6MMh1DW2ZT1S2hwfzY/0p80UFmzzN5nc7p5Cfqa1rXwtrurWqz2Wj3LxZwrkBd/0zjP4V69D4R0Twvps1/pOhPqd9EP3XnAzO7ew6AfQU2Dxm+maUbrxTDBHqJkPk2lmdzqvbeSSFPtn8Knnv8I+W255Wvw/8VmORhoNy21c/K6ZGOvGefpWZBY3+n3yTPZqZIHyYpsYJHYivQbr4heItdaSz8O2EkKKCX+yIZJAPVpCML+GK5yDTnur2F9Vup5fOkYTLGSXTjh2c5zz1HXiqTfUTS6HO/YZ7vUGhtLbzJJXOyG3Bf8AADk4rpk+F/i1oo3bTYYi38Ml0gbn1GeDXrfgnTo9K0ONI7OK1kk5aRE+d8/3m6nFN8VeKIdMItbL95dNwT1IPt6t/nrUObvZD5VbU8pfRtQ8Pxw2uopGkvIHlyBxjPTI6H2rf0mQSREHqKwr6e6murxbxZFkhKkZIIJzyODxjNaGizYkA7GiWqGtzdb0qS35bFRv96pIfllB9ayLIr+HINYfkfu7hj/ChNdddQbos+1Z1vpTalJHp0ORLeybCR/Cg5Zvy4/GmmJln4caS9p4fu9X1A7bFpvMgiI+8yjBb6f4VzPxGilutGh1GUtva6yUzwqMpxx68frXfeLtWtNLGmaHbqFg3rCFU8AD1+pri/FBN94evo8EkJ5g9ipz/Q1onqS9jyo0g604im1oZko+ZGX1U1uaV4n1FdNTSZL54bUIY45EUBowTnG4c459awkPINRx/KWXsDQBrT743+z3Y2zIMLLjh17Z9fY1DvUNhjj3PT86bHet5KxTKJol+6G6r9DTGjhdvleSMHrkZx+VA7mxY2DXUP2lLu0jjV9pLy4IPXpius0Y7Ykz3XNctBFpWn2ZgN/9qmZ97PBExUcYAG7GT1rqNLkSWC3kjB2MmAG6496iWxcdzeQ5WqN2nGavRDNQ3kfyGskWzIIOKZGdtwKlIxmq7ttlB96aJJtVHl2FrcAfPbX8TA+xyD/IVkeIbtW8a6nNbyK8TsEVlOQcAD+ea1NbhkuNHmES7ihWU89geT+tYcfh7W3P2hbABY4vtBJkUfJ1yKuNiWem+ImA0uzgByqW8SDjphBXNRALngVszaMsGnyXcUsspvn+04fomR90D0/xrI2Y6g/hWZRs6dISnOAORu6c10el3knnlDI3HrXB3WmnV7GC1a5a2WN2dnSPLOCAMZz0GOPrXT2MiW0sK/MURVUEnnjjk0mikzuYJfMAd/mIAA44IqaVdjHawZxzt3DcB/u9fxrNs5tzRt9/cOAelZlt4Q01fGMniZtQvJLkMZEtyQEViuM7upHtWaKN+ZisBKnb8p3DHQgcVd3bYo4xxtUD8hVCeHNq7dGAVcDvk/8A1/0p17DPNbXccF2YZpVIhk2g+UccH8/51cSZGP8AEGPf8PNdHpArfk6mvnuzB8uQj04r3nVdP1CPwDrsOoXa3EjWBXCkkAqxbIJ9Rj8q8MtEPkv9K3hsZSKSKN6kSuzE8qQcD8c10nhaQWfiuyuM42P/AEIrAiQif8a2tMGNVgPqwFU9hI9h0zxFi4C7utdM08d9bmKWOOWFx80ciBlb8DxXlFpKY5x9ea2vC9vrEWty3Vzqvn2J34iLEk5+6COgx7VjY0OpGjaZpOl6sdO0+3tPPtpWl8lMb8I36e3SvnKyXOll/wCLdkGvp27XzNIvevNrL/6A1fNdjCV0ZQRyRmrgRIy/Mka5BZyT61raKv8AxObZvSRT+tZnl/v/AMa1tIGNShPow/nWjEj3PS9UJYxueM8VuLhhkdDXn8UhDSIrlGYMAw/hJ71q+C4tYtVuv7W1BLpZAoiVXLbSM7jyOM8cVz2NDsFX0qXbgdKI8EZFPbkUCITyQPWuC1a5S51q2t5GG2a4yfTAzt/ktdjq/m/2XO0M5hddp3DqRkZX8a4LVYNn2jUQDut7uGNPYbST/wCy1S2A0nHzzIXV3t3MUhU9GHr79/pTYpCjbwcOpyD3BqpPbKfF9xNbozz3SJchC4CklApPPfA9a1P7LvCxZbbvkDcKmwzo38rUYgDKvlX8YGNwJjkXp/KvDfF0L2XinUYZV2P5x3Ljvgcj2PX8a9PW3mtLhS8ZjlGGGCM/mPpXDfEPUbfWtXfUbeAJ5UawysG3Bm5wenB68e1XF6ia0Mvw0/2ltau2J8wxxRdfXJP8qs3RxOFHYCovCShtK1BgOXuEGfXC064O+9bHY03uLoW4OFFWeg5qGBelWHGGqGWtySL7tZWpuMt7CtWPO3NYOrSbVkNJbgzjbh83EhzjnFR7jnG7n0prAu75RCpO5c9zTcNw22MMeGPtXQZDvNGM7xg8A5pDI2dofn0zSbSMjCbR90Y6U0h+D8m7+I460AIZWYZDkj61WlYnqTUzZBPTb2AFV5KBD4uVxjpTcSZwEB/4DToBw59gKbIeaYEsUczSoDGQuRk7a6exXJziub04FrrJJIVc4zXV2CfKB3NTLYaOj0qLoa2zwvSqWmR7IulX5D8tc7N47FJhljQ3SnAZNQynBxSAkhGXOK9j0O1j0/w5ZweYgdIw0wDAkM3zYPp1ryvQbU3mp2sI6SSAN9M8/pXd2fge3sfEV3qtrdzAXSlTFJMTGo9hjn2yagomfwh4fvtTk1X7ORPI+6UwyEJK/qw9fXGM100tw/l72uCFLAA7tvfis61S4s7hdjrKmBuO2pLiBLgSwXISWNj80Z4zg5B9jxTT7ktK5bjuJJoxNHdNKmcfI4wfxHemyyyBWHnTY6ff6fjWP4e8O2PhSK6TTpLp455BI3n3HmBW9hjj61sSy7gGzkMOBRcLEEtwsERF1diFi3y+ZIBn6ZrK1m0j1TT5bG8zNb3C/Nz07hl7ZHaptS0Sy1uyaxv1Z4WDbZFfa8frg1WtdOt9I0yDT7QzPDF9wyybmx9f6U0I8s0y6ufCWvzade5aEnDkDh0/hce//wBcV6asH2i34SF42AZHUnv0NY3izw8Nc0rzbdD/AGhbZaEg8svdP8KzPAevCTbpF1K0W5v9Hfujd0+h7flXFiKSvzI6qVR2szS1PTlmhkjZQCeGOCfoa4fUdKS9tJtK1AgKx3Qyhc+U3Zh7eo9K9avbKRhlW8x4+Oozj3FchrOki7jyNwdeVO79K56dR0pXRtKKqRszwq80x7G6ltLuMLNE211/qD3BHIprw2+yNI4cMpJLn+IHpXoes6Z/aMaXEUavfWo4UjPmoOqH3Hb8q4yXY8krRW6xxO2VX+59K9ylUVSPMjy6kHB2ZpaZYLYI6S/NI4w20Z3ewHeoJIvMjkiJGR0IIOCPpTtaknOiLc2zlWiYRTlfvbD059M9fqKyNEufv27E8Hcp/mKpdyWZl600l9I87vJKzZZmJJP406x0+5v7pLa2iaWZz8qgfqfat5tHm1TWLe2tVBmuW2pnpnvXrXh7wtY+HLE+SrTXGzfNKFyzEckD8uAKJSsNK5yVv4IttE0gyTL5+oPGS7sPliz2X3965u2j8q5jJ6q1ei2mqa3rbXlzeaSlhphTEBmDLK7njABPIxnJwK4i8tmgv5EA5DZFQm+pTXY9P0xFksYyhJbGSRWpbwlI+ApbOCf6f59a4ex8WWuj6DKWeGe9XCxWzORu56kjoB+FZcnxP1WSJLSC2tpb9mO37JC2eewUk8++KXK2PmSPU5JI4UZpXVVJ5kkbgfT1rmNY+IGh6OjJG/2iYdMcAf5/CuYg8I+MvETCbVrr+zLdjysrbpSP9wHj/gRFaF94RXww9mvhzw6dc1GbJN7fr5iRYPB28IufehRitwuzOOs+MPGQC6ZZtbWLHAnk/dxAfUjn8Aa0tE+G1kLiOfX3u9RlY52ICkAPYE/ebP4CvRIbe8NrA9/5KXWxfOZMrEGxztJ7ZqtceI/DthL9lu9csUx/CsvmEn02rk0cz6BZdSzptiLHyobOCG3tlXmCFAiAdzj/ABzWVd6dbSHc1nCJywLPt+brxWPqfxPit9RmS2s99isiFJXG1pU/jGGI2+30rFv/AIqWzt/o1jHGQ24NLKZGzn0UAfrSUZDujuNc1iLSNPH7wJhNoI4IHoPf1NeV2kWo+JtVP2DzEgDHM/Tj2PYe9Zt94mTW7mNL9p5lkcKWwEABPXAPOPSvUfDdvqUEElpLpaafaQSyIodPmuEwNj+o5zx0wRV25UTuzNbw7YWGjz2UKh5ZYzG0jDkn29BmuF0uRo5QG4YHBHvXqd+YoxwoBHTArzvXbP8As3xPcxAYWTbMv/Ahk/rmpjqDN7G5FYdxTl4wfSobJhLajPapj9w+tSWi1cXam2WMH5iOfpW14OiW2sbzXJOrAw22eyj7zfn/ACFc3YWL6hceUciPPzH19q6fxFMLHR4tOtwEwmwKOw700DOB8QyvqZnu1JLxPvj9sGnki5j5PySr09mH/wBekt14eI9xis4fadnkoRtjOz8j/hTTIZ59LEYpHib70bFT+BxUJrW1+DyNauVHRmDj8Rn+eayjWxmKtbNrpNncWcdw7S+Y4O4KwAzn6ViitnTJz9haP+45/Wk9hoG0+0jP/LQ/8Cq7aafYtGGkjdstgfOapXXmtEwicK3qataRY3UL+ZPcbl24EakkfU1OttyjsvDfh3R76fD6dFLg5CyOxDAdR1rT8QafZaVrkcOmW6W9m8EcscaZ2jIw2M+4NReEVCXqhnGOcD1rV8aBGuNOuUPDB0POQOQwH6ms7u5aWhUh5ANOuVzFnHNMtjkCrckYaEil1KaOakGCRVKfitCdcSkVRuR8pIqiDRiX7RZvH182CSP/AMdOP1xWp4fcXVtYo3/LaweE5+hrI0qQBIizYCyjJ9BnBq54c8+2ubW3lt5gbaZo2KrkEZxkHpik9gOosIzceE7AtziPZ+KnFc9e2phlIFdNpLfY7KSxuMYUtJGM9Dk8cdeMH8KytUkR3JAyT69qlDZm27bRjafUVdgkPmIxJ4rEe0lk15r97xzCoxFbIm1EHp16Zyce9akIJ6dD602COzsZvMhV+hA9K0YZAURoSkgDAZRgR05GRXLQpDeabPZzTSRpOhjLxnDKD6e9S+FPC9n4WtbnyL6e8ludu9nwoAUHAAHfnr3qGkUdXM7fZ4kJJHnKpBHocg/pTweeRiq+MyWpL7i5Zjz0wMf1q0Iy3NOOxLINXh87w5qiY+9aSj/x018+Qw7EYetfRk0bPZXMIBJkhdQPXKmvAfJwx4raBmzFWH98frWpYr/p1uf+mi/zqHyh5jHJDZ6Yq9p0Mkmo20USlpGkXaB35zVN6CR0CQu0wCjqa7DRLZo+D3FJp2kpAN8oBc9fatuxVnhQNaxxTBwGIJOV2nkevOKgu5fKH+zLz3tpP/QTXz0YQsAjHReK+jQubeSFRl5I2QfUgivn+eMpK6EYZSQQR0NVAlnNyQYuDxVvTONQj92H8xT51/fMe1Jpys2pQKgyxkUKPU5psSPQV3PcYHrXWaTEyAA1T03R9i+dKPnJyy+laWly3JhkW6tkjnS62Kwz80W0/MPxx71nYu5vwN0qZulVIiMCrOePpSYGfqzbdOYD+J1U/nn+lcjcRm68OagwGcTmT/vkLXW6v/x4r6eaufyNcxpEm+xubEYLs8272BOB/Kn0GR2MH+l6NrKeeskMSxGRGXYo3Y+bJz34xn3ruGmuOcaomM5GHrzXzFj8O6LdygmOx1aNJQD/AANlT/MV2w1jw3jb9imOOhMnWmSQ6+58+xM1ys7bZACCOANrV5PDALzwvqx6tJc7wfcZP9a9H8SXWmXH2A2EDxsjSb8yZyCoFcXDpk+maM8AHmRyzM6yFscEYAI9aWzH0M/wrGE8MM5HL3Dt+QAqkh33LN6mryW1xF4WUWs6wvA5ncH+Nd53D8jn8DWfafNIWHQ80xGzbDvUsn3/AKUtrH8mTRwZOahs0ih2cR5NctrkmIZD611UvERrjNff5NuepojuKRz1NIx/+vNONNNbGQlMb606mHpQBG5qu/Wp3qu3LVSETR8Q59WqJzk1NjbEg/2c/nVdutMDS0lMl2xySFrsLCH5kXFc9ocH7pCR/tV2Glw7rhazmy4o6GCMrEgHHvRL6VZKhVA9qqyEE9awZsRYxVSQ/NVxvumqS/vLhV9TQI7rwHp4lvnnZCwiiPI9Tx/jXogt04jEPDY4Y9/X61xXhu1nh00SxqxEpOVBxlRxn35zXWQ7ZGKshGwfIrNgkf41CY2SJHEwa2Hk+aDv2xyDI554FSiEDefKBA6HdyPeuXufA2nXPiO31pJr6zuYH80x28w2s2epBGRnvjiuokcSxqcIdw+U7utMkaUkWUlgmzbyxP8AMj/CoUltrqZ0gkhlIBZvLlU4Hrj096s/vlbIjVsMSMn/ADmuZTwPplv4jXxBbC7gukG0xRS/uemPu46e2aAN2RM4VoiMDkq4/P3rOuztjy2wLjdnsPWrzROE5REwMcHqD2qrIomjeFwkiuCcHnPYgj3FCGiCBSTmPbjPPzZ/WuG8ceHjp1yNeskYQSsPtKJ/yzf++PQE/r9a6jS/D1rp2rXF5bSXAadTuWSUsg+gxW00UU0MtvPhoJFKurfxDuKTSasUnZmP4Z1iHX9MLTqGvLdR5uBkyL2bH50uoWluV82Iq0bcYx933riXhu/BXiZRC5aHdvtpDwJEPVD79vrXpMV1DqVnHd2yF4LhecdUbuCK8+rTtodUJdTz7VLLyJDcxKQwPz7F/WuM8R2BwNQhX9y5xMmMeU5/ix2B/nXq15aFGZSrY/hJxzXL3dq0E5Rod9vLlWUnOQeoNLC4h0Z2exVeiqkdNzzy18tbuSzuube5TyZM9s9D+BqrofhXUL7WWsYUEZt3KyysPlXH+P8AWm3srSxRyYbztoJIHB9667TPGq2mlRhdOnmvBw75WOPj1c9fwFe3r0PL0OVmFzZXDbcpd2ku5fZ1P/1q9di8Qaeui2urXF9b20FxEJAZJACD3UdyQc9K8m1HVf7W1W4vX+zCWQjelsWZVwMcsep45p/h7w9JreqT2sN3BasieaHaHzJGGeQnYY/rRJX3HF22Ow1f4jaekG3TrOa6IH+vuT5MQ9+fmP5CvPrq+1LWZWnWF5UJ/wCWKGOIf8CPWvT9M8D6DZSrLJA+oXAxulvW3jPsv3R+tZPjDVWTVk0PT9Me9udqlscImfTAwMep4qU0tIobT6nIaRoaXV2o1O4ZYs8xW5259ixr2fQLDStIslOlWUNohX5mQfO3pljyT+NeTTI9ndFCcbWyK63Q/EsMMcaXt5DbRDvKwA+vNErsI2O7Exk/dxjG0/ePrXOePNfuNA8MxTwO/nXE6xIyOVOMMTyOccD86rt44nS9dLHT7drMcK80jbnHYjHAHfHNZOtanPrkNtFeR2yx20jSRrEhPzEAZJJOeKSi76lSkjio9P1vxPILi9mlWA9GldiMewJ5rp7HRrLRNPuGgiDTLC7GZhzwp/Kka8a0ltGkkYpNOIcE8DKn+uKn1yb7Pol9KD/y7SAY9SMf1rQzPK7eXzUyxyw6k1LVC2cpKPfg1pAVRIRD94p96960jXf7Q8PadeMcSTW6hgD/ABDIP/oNeDqMOPrXrPhUoPCtmh24XzEBz90bjwfTrUVNi4bmv5nn3MaddzADPpWL4/tQradfKMEboJD9eV/ka6HSprdtQLYD+WpOR0z0A/Wn+K9KXUtC1LykcHy/OhDHJ3J82P51MSmcdo0uU2GtTbyRXO6POD5ZGORxXSFTj60pLUqL0NfwrDvmllYfLH/M0upK15Jc3B5Aby1/Dr+tWdJAsfD8kx4MjM5+g6VIsC/2bGufm25b6nk1MnZFJXZwbJ5V0R6mq8dq019PGp7B/wCn+FaepwGO5yPWoNLmjfXbd45FMcjPbOw7OADj+VESGcj47082l1Y3AHyzQlSR6qf8DXHnrXrfxGskl8NxTxgf6Lcg8DorAr1+uK8mcYNbrYye5HV7TXw8ieoB/KqJ61NaSFLpOeuQab2BG1EnmzInqwret4hkk+tc7bm6a7UwbAi4LMe3r+ldJCx3HHes2Ub2m3SWr7iASBxT9Y1AXcEYH/LOQFR6A5FZsXIJPpVe9855ovKGyKMEy5I+cDpgdc+p9qm2pZ0didyj6UyfxTodpfNp1ze7LhTtYmM7FPoWpumvuiU5rVXRdF1BJXutJjkuXXAnVypz6kd6nTqXJPoYmoxeXcEVmTr8hre1eLa4AXAHAHsKxpVyvSnczK1lJhJF/EV0lnt83ziPvEN61ysTeXMR0zXS2BlkSGRm/drHtVd2c85zjtjpTYGlNzOsiBVZjz2GKmOn7pCDliM9RwQO9VZenBz2+taqXzLpyywMonVc/N69Rn8e1QUzn3jw2MEcnGRUwXaOvPWqNpBPHNcyz3HmGaUsqDpGOw5q+5Kj8OaBF/T5SZRED3zjHWulgChlXdnfnqOVrzrUI7q/gW2s7tbaXcGLMTtYehI5rsfDFpJp+kC3urp72Rd5MhzgbjnaM84HbNKS0KTOiswPtSxjOyKIkZ77iP8ACtAEZAHas+0aRp5mbrtVQfbk/wBatgzrK4VYzGyfKxHKthv67apLQhl6PHFcB4i8C29zqEs9lcfZJJSXKMu6Mk9cY5Fd6hOKoakyqju5wiLuJ9AKpOxJ5iPh1qDy5k1CyRM8lQ7H8sCuq0TwxYaEpeFmmumG1p5Bzj0UdhW3MkUYjEc2/eWA+XH3cf4imA4bPpVNiHwIEYh8YarGBF93vVXom49TU8bxvbxSLLv3kAfLjquaQy3C/IbNcj4p8GWeo3r3lvMbWaU5chcozepHb6iuoztZTVa4kZhjrntQtAZ5ZP8AD3Ud/wDx/WYX1w/8sVveHfCFnok/2p2N1djgSMuFT12r/U11fkxTWL3S3IOw4KbT13FcZ+opqRYwMc07isJE/lybuoPUVYdBw6HiqtykywuYAhlAyof7p9qmaYM42xqi+WnA/vbRu/WkMtRP05q0r5FZsbfN1q0j0mMTVhu07PpKh/XH9a43RQ58QX1qpx8ysT7Guz1DLaVc4GSqbgPoQa5jSIwnje5GOJrbePwP/wBemtgOT17UH03Sdb0sxxGJZg2SDnIcYPWsXSLyZ8Z2DPIEoP8AWtP4kIbTV77pidYnHHXOM/yrnNLW4OwzTlwq4UEnjv3oFc61J5yy5MA2/wB0YzWtvjubURgHp8wJ/WudQkAc81aSMXsMtrJI8ayrsLoeR7ilYdypqriCylROAJCq/nWXYDJp+oyf6Hbxbi3BJJ6nnrT9LjzIOKfQDfRPLtwfaqynkmrtxhYAPaqaLxmszTYS4bERz6VyN/b/AG288kuUVVLEgZrrbkAQknNcbqFot9LOjStGV27WHY047kSK7aPH/wA/En/fIpn9kQ5wZpPyFP8AKuLbSmt4Zi84JIbpkegpmny3JhZLlGyDlWbqa01JIrjTEjt5JI5HLKM4bHNZXB5rcvbZb238tnKMG3Kw9fcVgvbtazPEzBsHqOhqkSwIB60q2sbHOW5plSIxyKYiKbAYgdBwKrHk49alkOefXmnWMfnX0KerCmgOw0238m1jyOSBXU6LEN24isKMDcFHQcV12kQBYMkdqwkzWKLE7AJ1FVM5GanuMFsVXbrWdzUjkb5DUNipkvBgZPYetSTnEJrS8G2Rvdeto9pYBt5HsvNNk9T1iysJbGxtYNmdiBQec5xzx9TRdeZCjskEb+W2XK5z75/Cs/xLod54k08x2eoSabdhMLIU3qVznpkEHI6j1q5Y2V9aaTbWt/fG7u4Ygst2g2l+ehz2x3PNTYRdtpTKiSxsPnXKAnOP/rU8FyvBGd3IA+9+FV/Ja1kCRKwhdsqo5IPUge1c/wCKvDU3iC2DWN62nykje5UlcAkjAyMHJ60IGdIZhjeVZVBxuP09OuKfuk8rKuxY9NrH+tULKC9tNOghu5Wup4UEck8nHmn1I96m+cHIVCw6/N19qABp3AAJUEYwFAqqxkSYMhG8c7jWT4l8ONryg296bOdcDJG4cZ46jBBJ6VatopLe0hglmaeSKMI00n3nI70DLbo4VZMMAScgGnxJKT8yBj2GeSKdEcsAzou7IPB/X0rN1TQU1OQTQajNZ3AGDIoyGwMdMjBAoAfrmhQ6/pJtXwkw+aFz1VsfyPSuO8K63Lo2oTadfhkQv5c6sP8AVv0D/wCNekJC/lxhpfMcIFaQjlzjqfc1xvjjQWli/tm0ANzCNtwneRB/F9R39vpWdWHMi6crOzOiubWaaLbKFJA+Vgf1H1rmry1D7kIUHOD7H1qbwlrX9oWQsJJiJ4lzCxP307qfcVr3lmxxJu3uvX5fvCvKqRZ3QZ4b4hkj1O2sfE1iI7eDU/3d0qL8lvdLjeAOwYYcfU1m6HHbf8JLFDrcYvIidgWVjsDdjgdas6b5S3eqeG87bDU0We1z0SZeVx9fmX8RWRMJHto5SCLi3by5PXI6H8sV9IzyEena9a2954cuLK2ggh8j95FHDGEUOvoB7ZFcDpGpnSdas9QU4VH2ye8bcN/PP4V1FjrAurC3ue7L8/8Avjg/4/jXH6jbCG6uIByuSV+h5FRHsxvuevjUAkn3t2W3Lt78Y/lST3wYdCxbJb5sD6Vweka15unRxyFhJEgRmPQ44/lV1dVQs5J6jA561PKVcra5bhmMx5JOeBwK8/1QfbNbhg642R4+pyf513uqX0PlFppAijAyTwCa4vTEW78Wxt1Tzi+fUAcf0q4Es74RqrMF4xwPpQEOORT8AsT1OacARyR0oJMnUAZdZ0O24INw8pH0A/wqfxKrzaPcWlmhlmmCjYnJ+8CaydSeSXxNapC21oocAk4wWJrqV1/S7KILJdRhwOQvJzT2GeeWvgTXZ8M0KQD1kfn9KLjTfsVwLY3CyyAfNtGAK6++8a2hheK0jlYsMbiMCuS5llFyQ+DJhnI4yapXENWyywGeproNI1G4WwGnQnCvMzE9/T+lVYrMb1+bJyOKveFYra41SGKe8htfMcqjzZwWJwBwKT1GtD0Hw3bgRSvtBwVTn8z/ADFdFBuOQxJQAgDt+VZelqttZKpDA7iWBGCDkj8OlaEhjjVSm4kduOKkZ5T9lbTdVvLI/wDLvOyj/dzlT+RFdNCfMgVh6VV8V22zxKlwNpF3D823puX/AOsRVnRx5sMaf7WKJrRMIvWxv6i/kaVa2w7qAf5mrFvIr2+MgE1S1rL3ESL/AAITTtOPmJtJwaxmbwMbWI/nJ965pMabptmVRPNtrg3EkgHLkkcfQBf1NdnrFvwe/vXK3sWYJEIzkUQZM1ZnT+KbT7d4Z1K3TLh7cyRkjoV+cD9K8GlXOD617dpfiHT57fSdPuriRZJYhFJwNuR8hyT2rymbw/qKPIn2bhGKht64IB+tbpmLOebg0ittdW9CDWpJod6v3ljX6yCqw0uZ7lIBLCJHIAy+BycDmqJNawYeUT/eb+VbMEuD0rBtwY0jQ9VGD9e9als53Y7+9ZstG5A4Jx6981ZaMMuD1x6VRt2jADySqik9x2yP8auwMXjUlNhKg7c8j2qSi3ozZgUHtwa6zTlLcA1x2mfJLKg7PXZaTy2KiRstUZ+uQgdua52Vf3Z4rstbh3RMcVyZUsjDFC2MnuYEgxL+NdNpLq2mqSM4JWufuU2vWro7/wChSqf4X/pVvYRqPJkAd/em+eQhUYwevNQNIdwx29KivrmK20gyW6tPfFhsRQSMZIIx65wc571IF23HmToFPJ6ZFSXhC9eD6UtjGG8veuGK5IB7/wD66dfR/L3OADSGZcLEXPtnA4rsrCQ+UpLE7PlYY6//AFq4H7XLbX0sQtJJGMRMDgMQXxxkjgc8c+tdnp04aMIcBs5IHfjFDQJnVWUsKo5lnjVyw4J5wABV4XdqB/x8xf8AfVc5k7iaxdX8X6Nol+lheSzm7dA4SKEtwenP4VaRLO/XULEfevIR/wACpk97p0g/4/bfnturzePxfo1zMkQuZIWk4Uzx7Fz6E9BWru/yaLWEdE72agiK6gxnOA/c/wD6hUZnh6faITn/AGxWFTgO9MDaEsWBm4hOP+mgp0U8EZ4mhUE5P7wdcY/lWGab+NAHU/bLYjm5g6f89BUD3NsVI+0wZP8A00Fc5z60hoA3VkgBb9/BhsZ/eDnv/OpVmt+vnw/jIK53ildkSNpHdURRlmY4Cj1JoA6Fprc9LiH/AL+CoWeMniaI/wDbQf41wX/CceHDcmFNQZ3BxlIXKn6HFPl8c+HIComvZVyOP9Hf/CizC53SyxqRmWL/AL7FWEuYB1nhH/AxXncfjvwzPKsaakQzkAboHAz+VdFjB96LWC51BurVonja6gw6Ff8AWDuK5y3YW+v6ReSEIkkbQuxOAMg/1FRgd6hu1MunyIBlrdw6/wC6eaCjA+KlrHc6jpl3FIjjy3iYq2cEEEf1rnNMg+6uce9X/EGuWWpQWsNrIzlHLyHYQOmAOaTRLuxhtZxc23mzfN5R54+RsdDx8239aCTS/s2YKCBkHofWpI7SaKNpMcKpY/lWpbtvgQnqVHFN1GTGn3hUniF8fUKaVx2ODkYyiHPZRW1pMOWWsW3G4Jz2GK6nSYhj6DtRLYcdWP1AkYXNVYyQOamvyTIM9ahA+WoLYl0R5B+lcbcShbiUHuetdddH/R2+lcPdv/pEn1xVQREmPWTOT69Kev1qpHOsSzb4zITH+7AB4bI/pmrEZyBkYJGSPSrJJdu4YrP1e1KpHOO3yN/T+tasajHOKe0Jnf7PKqfZ5EIZyCSjdQcDk84poTOR6UueGPsaMMfvLtI6g9qDxG3vgVSJKz1oaDHuvy56ItZz9a29BjxA7/3mx+VD2GtzrLGGSeZUiTfI2RGn95sfKPxOK1vDGuT3bz6ZqNuIL+AEkBSuQDhgVPKsKp6PEWcEjvxXTXKpJdvfyrvvZVCPO3LsPc/gKwb6GsbkDtlzVaV8HFTHpmqMjZm+lQi2F0+IgPU0kN8tjhFnuIrh13wm3z5hZegGPUkCmSkPPGv51xXiTUmOsusTspiGwFTjHr/OtIRuzNs988H+OrDW7KKz1DUDHqyfw3ACNLj0P3WPX36V2qyuMLKpULnAzjOOPyr5MtNY3BY7qJZ4+xPDD6Gu/wDD/jvXdKtxFY3i6jYqOLW6+Z4x/sseR9P0pSp9g5rnuu+OZNrbS7EAvuxjA4P51XKyCJs/LzgnuD9PTiuZ8GeP7XxBJLZXz2trfjHlCVfLMnqMdCR7dc12F1G9vIJmx1IJUcgnoahpodyGOfMXIIYDHyHOc+1RSuilYxCRj5h03MOP1+lSXpufsrNp7J55G5FdPfn2zjPWsPRdX1jUDcw6ppslr5IBjndNoc55X3wO4pW0GX53RgRgHPr+hqskqrwylcjGc1I+UDbXB3c4I/lUUscrwOYpAsh+6SAeaQ7FqJ0L7XKrkcN6VMTtfAJ4PIYfnXO6PcancXjx6lZNDDGpxIHGGO48ce2K6AZkUkMxZO4HUdqbAlWbaQQzcYOKC4xtK7gfl5/kahuXuJbaWOCbyZtvyyY6Ee1UtJl1x55U1S1VIkj3LKJFJZs5GMdRigLnDa7psvhfW47m0ZktZW8yF/8Anm3dT/npXbaXfLrNvHeRyCNshZIgM7GHX8DVzVbC21jTZrS4ACyjKnP3G7GvOtEv7jwzrzWl2DhGCTJ1DL2Yevr9K5a9K/vI6aU+jPH7i6cyxTxkiWBgyEdq3rmNJdUhnXAtdTQhSOzgA4/XFc/tKNyPzrXWTPhBZgfn06+ST3CtkH/2WvUPPQunyy2NzLYy5UbuB70amdzxv3xtP9K0NYSHUtPt9asmDDPlSkAj5hWdODLCzc5xuFSmU0Uop3geRQSFb5uPWpBePnIzxVV/vA9qd5i9M9KoVy610J7aWG4+eFsM69iRyKytFvo7TVftDIzfIwQKe/H9M0+af9zIg6spAqnbRorKWByDlSO1NCZ0cniS6LfuYkT6nJqlNrOoTj5rlh7LxVR/QVDNL5MW4AFzwueg96YjY0cvJqBld2J2ck85rNurZrW9lhK4w3GO4PSrXh++3u0UshLjO3J65puprLdeIZIYhudiqD0+7R1Apjg+hFWImJBj3Ha3bPGfWr+pacLLT7dGKvKp5ZV6Cs2LKup9DTWoG+2oSfY0AlPyDIGBwa6fQNEsLnRNNkubJJ5thmVnJG0se3OD+PpXAykKrEE8DpXqGgXhi0OwjwCVt1UZ7cf4ms5aIuOp08RXbsTbtXAbA6kClLqrAhjhe59a5WbUZ0ysk5AHGFbA/SsyfUd8gjjG924CgZJoWo2dF4hgjurGC5VVEsE6ncD1U8H+Yqp4f+W9MJ7PxUFtpk0ih7t/KGOI16/j6VJpBxrP15rpnQnCleSsYQqxnUtF3Nm/JOoevyf1qG3cwXGOgp143+nMc4O3+tV2Lb1JIPHUVwSO2Bo3aiWIscE44rlb6LG6uh88GPk8VlXaB81MS6qOcsGQJPC6ozRyFkJUZAbrg/hWddXfk3Lr2JyKnmJt9SbHSRSv49ayr1C0m7rW6OZiTSeZyM4PaqTxBj8yg46ZHIq3FE8rbI43kbG7CKTgev0ppUgnIwaBFTyyDnFTxEhxjoKnSEsauwWhZlSNWLMeAB1oYDrdztUEYHt3PrWhG/Yn6037A9uxSVdjqANuf14qRYgv4UAWLTi6YjowBrrdIf5x83OK5G3DC4UKCxPAAHNdZp6S21wsc0TI4AOGHY9D7is5o6KWqsa2pxb7Yk+lcYiDznX613k6iWAjPAHauOlhYaiURSee1StiGtTnb6LbI2RVy0iEFnsKkSO25jn8hj/PWnXhAvlXhiD17A0oJZxnueaq+hBLPGYynbcKi3nGAfwrQ1PASMDBYgcd6y1dftZtywEiNhl7igDobIkOu1Rwo60lzbkRqWyd3J9qdb4DEK3IGFqxc4KsxOc88HtSK6GG0DLJwP8A69adiSuAAOtOudPuLeBJ5VjCOwUbZATyoYZA9QRTbdVB5HTrg0yTdRgV4BA/+tXA+KW0bV7uKWznjbVjIkJU5BCDPqO3tXZLMBCzjg4OBXCm2ik1HTbyPyTuuXQ7Wy3CE8+1VEGc9q9jJp7xRTOknmJu+XPTOO9VoNe8Q24W2sNVligQfKjYbb7AkE49q1/GQ26lAnpAP6muetiFeQn04rRPQhmifEXi/trTH/gK/wDxNJ/wkfjAdNZb/vhf/iariRTxml3jA5piJ/8AhJPGH/QYP/fCf/E0f8JJ4w/6C5/74T/4moAc/wD66N4FAFj/AISXxh/0Fv8AyGn/AMTR/wAJN4w/6Co/79p/8TVfcDRvFAFj/hJ/GHT+1B/37T/4mszVtU8Q6rD5OoXzywg52DCr+IAGaubxUU2Cj/7poAz7O3S2/eZywHNJqbrPBGyfwnn8adu/dsPamwJ5xWIsBvBGW6CmIi0uxknu7eRQCiyrn8xX0FsZ3YhWxn0rxXw+gEkiZBAbtXRT2dxM+Y9SvrcgY2xTlR+Wah6jR6aYWC/dP5VRS8jh8RW9lJw09uz4P8QDAEfr+leeR2N4ZEQ+Ib5d/AMtwwX+dXX0C78P+IRJc3kk11bEHf5m8MpHY9eh6Ukikyl4i0SXRvEFxbgZgdvNhbHVSen4HIp2loyyZYZ9q7PxZANU8Pw6jGMyQfMSPQ9f6GuNgmCMuWCgkYJPAoGdjbTKYsL1H6U6TJQhsEMMEHvUMNo8CW7NLHIk8KzRtGT909MgjIPFXETPf61L0GcdLp72N55JU7DzG3qv/wBauk0uIojHpgVD4jLwW9mFxuMrH68VZsps2RbgHoQf881Mtio7mbdnNzj86a2QvtSy4M7E+tSPt+z5P4k0gZTuzi1Y+1cDM26Rz6sTXa6wzRwRQgpm5iEq7XydhJAOPwNcjNAVbgVcdiGVAeauwc4PeqwiO7pWvYaTdXFnLdwiJooRukXzAHAyB079RVCHRD2q7EvT1+lQwoOuccdKuIOOn60Acvrlp5GosVGElHmL/X9ayZhtRfck12etWiXVizCSJJrc79ruFLKeDgd+xrkLlPmHstWiWZr9a6nSIClnEMckZ/OuZ2F5VQdWIFd1YQYdF7AClJ6DidNpMWyMH2rRkbccVWtvkQLU/euaT1NorQil+VD9KyC5MjHNaN7JshJrF3/KzU4ikyXzgpmnJ4jTJrzKadp7mWZjzIxau21mc2/h64YfelYRj8a4UKehreC6mUi5bSQscTbk/wBtRnH1Fahs7y1jF3bv5sH/AD2gOQPqOo/GsMKVGat2Wo3FjMJbaVo39u/19asSOgg1yO5QRalEJOyzJ94V3nh7x9rWjW6xxXI1nS8bWt52+dB6K3UfTn6V50t7pmpD/S4/sU56zQrlGP8AtJ2/D8qZJbXml/6TE+6L+GaBtyN/n0NS4plJn0FF8SdDutJN1bW1wLuLAktmQKy+pLdMf5xXSQ3EN3ZQXMcbIsyb1Dn5lz2Ir5vl1E29mY71mG5fNuPLGMnHyr/SvfPB8d3D4U0WC9k/fyW6tIpHTPzAfgCBWE4pIuLNCXaufl2gjjvTMqEJT74P51Xm1fT/ALWIBOiSjKgSLgEqdp57c1J8/mY43EkHsRWZTLBZFIZl3Z64PBpARHJ93jrgmlw5h/g2ngn0rOn1OxtJzDLIYnTgufu9N38qLBY112MoH8LDnd6+1KAI02KwYdRjr9KqrL5kCkEFGG5Tngg96dudVHH5dKYE0jL8uFHTk4wc1zfi7Qf7Uslv7RD9utvQf6xOuPqO341p3+sW2mTRwXCyAONykDIbPXH0q3bzpIkVzbP5kMnIYdPyosCumfM7RhxhgMe1SwDbpes2oGQ8AYZ9iCP5U0YAyew5pttIdmoHJG6Aj9GrpRia2l6u02lTRXJeZ7hQee7epP8AhTHidEVXyNowMiquh4SG3fHRAf0rauj5g8zPJHPHGal6Mrc5KZdjsh/hJFMlmmeOONn/AHUZJRcdM9c+vPrVrUY9l0cdGUH+lXtI063ngkvbx1FvAeUJ+8cZ59qsgw57SZLFLt0KxSPtQt/F9Paq8WWPGMdyTgVf1zVH1SZWVStsmRCMcY6ZFYdxFPJLtVGZB93aOKpCNiaModvBYdcHNVp4vPj27trDoT0qwu8xqWADBVVsdCQMZ/LFN25FAFS2sL7z1aKJyc4BTmu20fyrfSb+7udqgXbBpCMkBcDiuT24qdb+4jsHsYyBbvncuOuTmgC1qmp/b5NsKssI67urfWs/OKQHFTWtldahcrBZQSTyt0VBn8z2FUk3ohNpK7IbtyYk9/SvRbCO5vLK2hshJujRVJHAHHc0uh/DeL5LjXJBKy8i2iOFH+83f6Cu4VIreJYoY1jRRgKowBXfSy6U9amiOGrmEYaU9Wc5D4ciSMm9meaU9lO1R/U1Es1tpkzokEcO44ZwOR6c+lblzMoU5rifEt2sZEjNjKkY9a7ZQo4eN4rY5IzrV5Wk9y3qWvJbox3gAdWJ4pnhjVFv7lblCepByMHg1xEUU2s32HLeWvU+grstKgjsriJYU2RjK8d/evLxOJlV0ex6eHw8aW252N4n+mK/ZlIqFhkVPNmWySVeWTDVWLZ57EZFeZM9SjHmYkybIgw6VTGWPNasq7rT2xWbDGcMaiL0Na0bHL65EYrlJQOjCs2aHIOcfWul123EluTjtWGPnijY8kitovQ4pKzKEU9xbQyxQPsWXiTBxuX0JHb2qO3tmWIL1PUk9zV9bcyNwO9aFvZggZwB796okp29rnHGfpVxVZLeRI32F0KOwGSR7elXlgVBx1PGBThbH0HNAFaV3uJ2lZU3MFU7FCDgAdB39fWmhSexHv6VfFvgdzn0FP8AJHFAFBYH8qRUkKO6FN4Gdue4rQW4uQ9kHnZvJiEKMBtwo6DjrSBAABzz0+tacmmLbaYsty2y5d1aJCeijrn60WGnqdFp05msN0oVm9dorFuSF1ElRgNV3SHzZMM+9ULn5rjPoa5za5zWpBI9REe5RJ9/Zn5tucZx6ZpAwV8nAOcVHPpP2a5v9Qu2aXULmY+WwPyRwjoPqeB6DHvSnnB7NzWmhmyZrljcLKDllORmqcMAOqtdvI8s0m1MtgBVAAAAA9BVl7dfLUrIWck7lI6VNb2ux1brTEa8BAxkcYqdiChU8g9qrxrjkfyqYtu9BiiwyIIVSOPzJGji4RWPAwMZ+uOKUcEY6ClOOvt3pgPUd+1MRYdibaQdcKQK5EWsVjq9hFDkIfPnK56HCj+tdVy0Dj17VymqzhNftsfw2jn/AL6cf4U4gzH8XSb9cPP3YlH6VZ8GWwe6u5DHHJhFADjjrz+lYeu3Bn1mZs9AB+ldJ4LfZDdMSACVGab0iStWb8tlBIJMQIeTjCiucv8ATo/LJWMdD0FdWjggkVnXEQZPlHB5xUJlNI83u1lglYHOO1VxO1dRq2n7gx28gcVyskTRuQQa2TuZtWJBO2ec1ct54y+HXOaoKpzznH0p6BgwOKYF65KqTs4FVfOO4AnAPHPNTSEkVSfIPNJAKT1FNiAJRTwGO0496ae9AbCBv7pzRYDp9Es1iuCiDAHau0SxyoO0flXO6YoW8BPfniuyhx5S5OeMVDZSRlz6ZHLtDgYUhlx2IpLhZHkaSWRpJH5ZmOSfxrXYAjpVKePJ4/ClcdjU8PTR3NrNpswyjqVAP+frXC3tmbO7ns5l3eWxU+47H8sV0tlK1pexyAEYOGPt60vjOyDTwajGOJV2vj1HT+tMA0nAgVd8j4QKC7liFHQD2GTWpny8gcntWBo8u1Qp9q3ZADkjnHoKljMbxA/mNZjjjIpJbhYtOEfBLGm698j25PoTXP8A25pZNrHjPFKwXsdRp8SsFz3qPW8LDJgADbxiqUM/iSK8Q2+iB9PDAeawbLrnBYN0FXfEA+RlHfFK2pV9DmfKE13HPI8jyJH5S5ckBR0AFQXdt+8PvVmPIf8AGrc1uXUNjOeKshmKtlkgBfyqykU0MLQq5EbkFl7HkH+YH5Vpw2p7r+dT+QCpO0cc4ApiM1Ith54qZcLVqS3OMAdB1qs0ZDYx3pgAjiNwszIDJ5bRZwM7WBBH5E1zn/CL3xyI5LdkXgEyEEgfhXSfx9MfSpFY7wFPAFF7CscmfDl3a3EM8/k7Q/8AA+T/ACrpdLi3PnFJqTgpCgzk5YjH5Va01Nibj6ZpSY0rGpEcufarHQZqlaNuLHPerhbK9K55bm0djL1aXEePesljmEAd+KuasSTgZ4qppcLXV7HGc7Qc1a2Ie5leJI3eC1tVzhcu316CufSyOcMDXba3YTrqMkojLRg7QR6CqsVmkgztG76VonoQ1qcu2nTKu5FLr9OR+FVmhB46NXeLaiL7ijPf2qG50q1vl3lCkn99Ov5VSkKxwRBQ4rT0W6eK6bdKyW4UtKoPDj0Iqe+0Sa2Bbb5kf99B0+o7VB9lWHS4WD5luZcYB6KO9VdCsb/h/Sz4x8U2FgYykbyG4vXDf8sxyBjtxx+NfQNncSfNbyu/mRthQB1UdCPwrj/hx4fh0XSJtTQebNfEbWZdu2IdBz6nn8BXaHbJtkiCpNHyQQfm/GuapK7sbRWhBqHh7TtUvRczxSPJgMWjbYJQDn5h079auM7O5KjYT2zUcbnaE3lgfmxjHPpS4ClsrlSMZHYVAyQ5l6vye2PzqpqGm2GoYF3BFMIxtViSGA9MjqPapIYkt1O15FUcgtz1p6EM7iRCBn5WHpTWg7D4grRCOMBRCgCKBxtHal+UqF5A9RUbgxMrBiVI4qSPaTlQSR6nj8qAElSG5g8meJJUPRXXP4+1SwxRokUMUapEh+VVGMZppCjGFBHv0ojDCRWUYOaAPnO3sFubS4le6WEoB5cZQs0x7gY4GBySaz4XK2F9KwwQm0D8D/jSeY3TcR9DSS5GlzYHM0mz9QK6UYGnYqIraFe4RfzxWvAonjkQzKhCbkQqWMjZ+6uB19zgUmn6LcTjzpF8q2Ucu/y/5/nT7rVbXSwbfTl8y4PBfv8Aie3061LKMvxDYPZR2jyOvnPuVox1XjIzWdZ2/wBqjaN2YwqdzR54Y+9OvhNKgubiQu+8AnsM9hVjREeSWRUXc20nFWtiXuZOtfJeLHwAkQGPTPNVbaG4nYJBHJIT2RSa7FNPs5Lt7iayE0rH5i5yFx/s9KvvpsUozFiFscKo+U/hTuI5P+yNRih3SWcqJ/tDH50+DSbu4H7oRE4ztMgB/Kuot7h7Vttwd6f3yMsn+IpbqyQv9og+Uqdzqnp/eWi4WOOuNPu7d9k0DKeo6YP09aZb6fdXUwjhhZmJAJwcDPqe1dmksOp27290PnHOf5MKw283SrptszKV4PHDD6dwfSi4NHX6B4A06KJLu+nj1Fz0WM/uVP8ANj9cfSuz+yIIVRESPZ9zYoXH5VxfhTUoLRjKsnl21w4R7c/wP6j/AD0NdpNNtJGa97BTpyp+6rNHiYyFRVPed0NScNExbh1O1h71n3d6FBwwGOpJ4FUNU1eGxuCrFnmnA2Qp1b39h71zusXGpXUZgtLKeV5B8xjQsEHoAOp96WIxkafurcqhhHN3ew7W/FAtWWC1VZZpPuu33B9PWuZj06/1m4865ldlzku39K1rLRJ3lil1JJE8v5VSRCpA69DXRxwqFCR4A7be1eRVrTqO8j1KdKNNWiZFnp8VqvlwphV657mtvT9JF9ZXcsF3B51qhkNuMlyF6n0FJ5GBheT9KqxWUVnPNJCrIZs78OcH1rBu5skbOk3ayL5THg8jNSNEYZDF26p/hWHbSGG6KA4IORXSJsvYBzhh39Kwmub3Ttov2dqi1XUQsPsn4YqtZLuSSm3DvCrLJwR37GrWmQ+fYyMvBPQ1jFNLU3xVSE3eGxj6jtWFldSVPBx2rH0bShfu6SXCwRoGfJGWb0VR3J/Suie2uJkMJXD/AMTf3R61UmsLeOMweXlcbTz1/Kt47HnyWpBeaWljdmKOUTpsV0kUYyrDIpI48AccDj8aekMcMaRRRhVXhVHAAp5UFsk9+oqyR0FuJZ0TcIwc7nPRR3P5VfvbS3tYYJre5MqOzIQwCsCvfHUAjB5ql5YPUHg96asKxxKijAwQOeg6/wA6NQtoG/qdq4+lJ+8ncRRxs8j9AO9WrSwnvXWO3T/ec9APc1uFtL8N2YLyCa4cY2qMs59P/rCmFitb6Zb6TbNqOozDKLuAY8LjvXD3eoX/AIi1L7aGaKzibMW4YLmty/8AtetT+fqh2W45jtFOeexf1+nQUz7ONqqmAp4x06UXA39DbfanHXbUMgAnbPrSaJvgYxsCOOKlvI9sxzwe9Ytami2MrW48xqfasm2t2mEeBxtHNdRcWTX1unJEf8TEfyqu0IiZVhXAHTHYf1px2FIh06zsDOsV9JImXXG11UbSwUkk9xnOPY1GY1R2RG3BWIU+uDjNOk2OpDojD0IzTeq8Acdc1ZI7dgd6fFPbrcIt3vWJ8rlGAw2DtyT2ziogOvsOlAyy4bp7nimBcvTZm5YafIXtyqspLbsEqCwz3wciqjYDNjgE9qUHnA/Wmtljxj060ANuJ2t7G4mjjMrRIWEYHLVxmqahHe6nDNHHsYWSCQZJyxdj/LHSu7iyFIX73Y1wXiZx/wAJXeqOixwp/wCOZ/rVR3Ezmr1999M3q1dJ4XuQlvOCeSwFcrNzcS/75rd0MGO3djxvfOPpVNaErc69LkshAz1pxc+WuPSsuKXC8VOJ+PwrKxdwuCrltw7dKwL60icA7RyK0pZ8s2e/rVCdwehpoRjzWoi5FV+hrQnfORVGQAEYYHI5wOntVoQ/5nzt7DJqtJ1pwJ5wccVGxpoViKm4zFIAe1Kx5xT0ZniMZYlFyQvpnr/KmI6nQ9Qe8uSBEVjRVAfoCcciu7tjmIflXBaNJmwsm3dEA/XFd3aHMIOKyZa2LByUbbnpVq+/s02EcltCY52kTjzGb5TGC2Qf9rIqvGc8VIqDccDk9aQzPeE7unUVqNB/aPhyWB/mePlfYimtGoBPfFTaS5E0sJz8y7hTuBwlo9w2owoPlUS4Xjse9dTd6tY6XaR3N9N5KyYCAKWZuM4AH1rBvIfs+pTAEgRyHB9hzWN4xvn/ALK0uRWywjLg591Gf0otdi2NTU9fsNRuiiQ3qlVGwPEPm9cjOR+tYwZZtTLxoVjLZVT2FVI7RpvCTa0Cy3UEgwwACspxwffnrUGkapJdXEIcALGWJ+hA4/Ony6aCuen6R5mwJvfy+uzcdufXFUNcdftioed3ArX0aSHyd24bivHfr7VTu7PN0ZpFO7+FSOn196xXxGj2M7TdNtf7Utf7QUm1aQLKFYrgdzkVfvLWzUwLaKwLQh5VL7wGyeh9hjPvTHH196aRg8d+elaEkHl7RnOR9KTadh2jBqR84JIPNGOeOKYrF67h0ddL328sn2vZCcGXO5iG3jaR2+UZHc1kvGpGQKsGMZDBAfTA5pfIl/hik6/3DQIz3t+dyjBq5pNlY3AmF40iOiu4dXAwApIwCOTnjHepvsk33fJkBP8AsmpV02Zh/qGO7vkUNjsYMgjWeKWRC6BWUAdz2qzCpjs3duuM1qHRZyrI8JAIx1HH0pf7HvJLB4vLUSH7uWABqW0NJmPpU4dmXPOa2Pasqz8J63DMJd1sgB5/eZx+lb66RehMuYdw64J/wrORa2MC9gMhIIq34fsQly7Km90Tcqgck9hWt/Yd07YZoQPXJP8ASrun6ItheG4e4Mny7dhXApXHY57R9VtNYvri1jt51kDH93OPmX6jtzmtK80iygt2uJpEgHZj3PoB3NdHc6mlnaS3M0UR2LlpNgLt2Az1JPFeOeKfEt5qt+6o5BPy/J/D/sr6D1PU1pBXJk7Ghf61YWrtGZQSOMAZb8h0/HFZ48RaevJtrljnOQwX+tc/b6XLK+13EXflSx/ICrt1pVtbwgm/lL/3fspUfmWrXlRjdm9D4n8PSALcW2qxN/fjMbj8jirujQ+FLjUTJF4gtY0mkDtDf2pidcDlVJymCT6iuCNsmDi4GewKEZqExyKD8u4f7JzT5VYLn0HqN7qNhHbHT7U3FrIu1ZrfDoCD3x7dMelbGm3gntUnulkgmx80TdQe/PpXzno+talotwZNNv5rUn7yo3yt7Mp4P4ivRtF+JEE4WLW4lgf/AJ+YAdh/3k6j8Mj2rCVFrVG6qJqzPTIrmEOwdmCHle+DSXd8zWyrZShJd2WMgyMVmxus0KTQyLLC4BWRGyrL7HpSFsHnsKyuPc049Qby8Tou7jDJ0Prx9aBqe0khBg9ia4/xB4nh0J9hgMjbPMLF9qovv61gwfEsXbYtrK3dgM7TI2fyxVqEnqJySZ6XJqLyRmMDZn+IdRTI7yZDxJnnOTya4BPGt9KCws7OKMdZJGbaPxzVFviM6ybfO08N/sxuR+dHs5BzI9ON/cEY8zGeoxTVupWdcysefWvM4vH13dvtt7ywL/3QmD/491qpqfxE1fTLmKOQKzuN3ywqoxn3p+ykLnRztlp1xeMCqEIBksw6AU6CaO1u9LMiKyRyGdlYZDYBIyPqRVi41WW622VonlpKRGSepzUCRwTa0xmG63tlCsgbbvGclQexIFdHQyNHUNbv9YkwZGSHoADjA/p+FV7e2VflRQWPUmlldLnUmNlAYLdiRHb5ztHbnqfrW3ZWKxnqWk/iXHX/AOtSRRjarZ3EOmGVggiV16HnOe9P8LqZL2TqMqc4rS8Tq0egjeMGSdQAOmBk/wBKq+E423XMi9lx+dV0J6nUokEG1mRXYdUPT86zLq9BnIdMLnAAXpVpnBIGcg+3Q1FLCrsrbRkcc0lYZUmjEkWFwCvI9D7UlrcER+Wf4fukD9KkuAqN0AB5AH61TkJ3BkPI5OaGBDOhgu98Z2hjuH9RUV9JG6CYruZRx34qW5YSR9fm6g+lU41Z1YHmi4EcbTFruVm2BGDJj1FdVqPi5I4ljtFEsoQBpG+4Djn61zN2ACsOPlX5j9a1vD2km6lS7lXKbsQqR94/3voO1bU60qafL1Mp0ozav0NXw/od9qNy15c7nupurP0jXsPr7V6Ppmi2+mJ8g3ynq5p2k2ot7ZQFAAHNaqoBzWbberLSSM6/QsqyMN2PlOeawr22ty6sIEGeCQuP5V010A8LrnJI4+tYph82JuOcZH1qbjsYVxawxsGUHaw5we9QGBZdo8zAHTIrQvIvNtzgcjkVlDK1yVq8qcrWPewGV0sXR5+ZqSIbzRZpGSWzmh85TyrkgMPrUsUWpWYEgspHYDpC6vn9RTg7A9TViO4kXoxqFiovdG88iqx+CaHxXaX9vi9sp7Rz8rLPHirVmPsaCMH9z03oMnH0NNt5Lu9kMFvA9w23JRV3HFI4u7I/vLWeEDqJIjgVp7aElc4Z5XiIS5dG/UmvBbmFlglwDyCeufU5rBKPHkFAAD8q5zx6Z9M9PatcX9vjMkagdyDx+tKJ9JflvJB7/OB/WrUo9GctTC14v3oMxAgzkqCalVVHG35uwFar6n4ftRl2tRj+82f5UReJYXO3TLJ5e29Ytif99NVp32MZU5R+JWKsemXc5ysO0f3n4xWkuj2dlCbjULhAijJLHA/Lv+NY17qPiiWRhFYwqv8AC3nBgPqBis5tMnvJhNq9y9ww5EbDbGp9l7/jTMzYk8QPfA2+iwAWw4M7jCf/AGX0HHvVIRxwu0zuZ7luDM/XHoB2HtTjJhfLQBVHYVa06fSCPLvrd5JCrGSQMfkyDtwB3yBSAzi5eTnnPH1qwgz0BJPSoYowc98evari8Y2/WmBp2JGfmUEE9DV2dYXbf5a7h6//AF6zYrqG2ZXuE3IQwUkkANjgnHvV+a4iuGaWBQsRVNoxtwdo3DHpuzUNFJjJWLLgnIrKlyDng9/pVuSX1449aoyliD1zg4HahAyBtx4LEhegzUW059OK0JdR0+8svJgsPIuA6vlUxtG3DAsTknd/OqjDkYGCRzirJIurYGPY56Uo4x0456U7HOOTjrxV3S7+ztJXivNPSZdxO7ZvZlKkYyeBhsH160AUeflGRkd/Wo25Y4PGehqZmbgHABHaq+4bs+/SgC5bqCuRjn3rzfXH8zxVqrZyBcBfyVRXb6lcahbWds+nwtLmUCbYm4hfXHpXAajdG78Q6pcFVBlvJGwowOuOn4VURMxZm/0qUj+9W1psh+yRj3Nc/I2ZpDn+I1sWL7beOqZCNpZsU8z8VREo7UpepsVckeTJJJwPU9qyrjVraOTYqvKMfeXgH6Z607VJD/Ztxg4+UfzFZBWOQWnC/Kg3bifU+lNITZpNcxTjCEBkGChXaw57+v1qBqhkaF9ed7Ygwuxxz2Iqy4HQ56dqHoFyuetRmpCtRMDigZBIf3hp8J5NMmRlbJB2kDnFLAQHweRnmq6E9TpNEcnTowOiyMMfjmvQbA5g57V5fpU115iwQRkxrMWduwBx1r0rS33Q9eCOc1ky0aKgnGPSpNxByf51GMDggj8au6ffwWbkz2yTJ5schJUMSgPzqM+oPSkMhVi2fpT9Of8A4ncYBP3ag372ZwNoLEquMYGeKNLfdrsLepIoAyfEVt5Wu3CEfKyhgPXIrgNRnE9vp0bkbUtmVsn/AGzXqfi2Jf7XgJH34sZ+h/8Ar15ZawRardXO+PYtsixKBwCdxyf51SJZMt/cJ4Yk0SKOPyZn3+bnLbRjjA9CKueDtPhbWDAPux2zuS38RLKK9U1Xw7pX2JbVrC3MVrp2EAjAKnaMkEcg5bOa838L2bWOtaghbdtjQKx6kMc/ngUc10CVmei2bra22I40XjB2rg1SuC24Nkt2O6rsepQppzwS2S+akDKh2ZMjlhtYH2GfzrPlORyfw9KzsW2VyOp9ajO1Qd3c9alPrn9KktriO3kmkkjWTdCyJuQMFcj5Tg9s1QirIoUEqPl71Uacg5CfhWxfz202oTfYwBbg4QBSAeOuD071lTxfPxkA0xG/oLiSwIYAFmLge1aQUKOD1HPFY+ky+UiL02cHnsa3HUbRjJJ61hO9zSNrDMZwM+/FIFHJxkDpxTz0Hr3pOp6H0qChCuRnr9aAOcdfb0NPzgEE8EfnQMhe23vTuAgXvuHHPX/PNSCNh14OM8009c8gnnFP3ZJIHJzSAdzGhIBA744qoZDmnzP8h7EDkVnTT7RhRnjpTQGL41vJE01IYMu7MXCj+I8Bf1auahi0zw/axxzFZtRuTseYkAKe+0noB+prbugb/WIrRZEiZgqCRz8qZP3j9Otc0La1u5B9py6oSAVOAw9fxrpp6Ixlqz0fyNLvrRLvw9Cn2W3iEc8RAMyEZ/eOO4Ix8w/Gs+5t0lUvKsKpjlpPuge59K5jSNOTSdYt9S0q/urVo2+ZFYEMPQGumljtdW0+axukzFOMOQcMvfI/GqZKMLVPCzBnD2HKkgmM1yV3oxgkIQujdlkGK9X0S0vbLSFt768+1tCfLik24PljoD6nk0+4t7W8QpNCrY6hhQpDseWaHYwT6ktvqsETW7/JvlJXaTwDuHNZ97pUdjGZLS5a4QjDI4xJH68dGHuPxArvdR8NRbGW1wVY/wCqYZB+lcjrOnXltKont5rdv4RIhXP0J61SZLRV8N+LtQ8NTnyD51lIczWkjHY/uP7re4/HNewWGs2Os6WupWMrPCx2uG+/C/8AdYdj+h7V4PLGS3o/5Bv/AK9X/D3iC68OaoLqFfMhceXc2zHCzJ3U+hHUHsamcFIqM2jufFxiutUjEiho5IPLK54IBPFcxp+jWtvfoYmcsSQu4/dHf9K6jxBHBPp9tqdjIZ7Nx58Ln7xQ8Mrf7SnqPauVnvlstQs5Wb9225T+Ix/WlHawS3uJ4hnklRIoSVgUnCjviudSGWX7kbu+ck4JzXUaXPA9+I7ofIWLK3UAnqK7yERxxqFAC44xwP0obsJK+p41cWdzakJdQSxFhlRIhG76VqaXfoRHZ6kn2mz3fKX5aE+qnrj2r1O8sre9g+zXcIdCMhJRnj1H+Irh9W8J/wBnyfabAvJb5+aJjlkHqD3Ht1+tCncbjYTToBDdNK4A+zwtLk+pGB/Mn8Kz7WU+Q054aZzIfp2/Sr+pybNHXyzmbUZdqgdRGOB/7Maht44xcIHH7pMDHT6VXQDd0uzEEYmn4mkGcEfdH1rft4vlBOQOm09RWFpxZ7tYjI/lM24jP6Z967Kw05riLzI+BF98eg9adgOR8cXIaPTrcEbiXlYD2GB/WpvClv5elSyt96R8DPtXP+Ib5dW8S3Eltzbpi3hx3C8Z/E5NdtBbJZabbWw5dEBb6nk0dBDRAjynahJPVR/So5laFsNnNSLdm3kEqEZ6YPSoLm585Sx6jndn9KljKM2SGjyMryD61ms3zEbuCKsXEnIOapy43AkdaAFONgI7HFSxxiKE3D/dApoUmHdwKrXTy3clvptqN8kh/BR7+3c0AS6fbvrN6d3y20fzSkfy+p/lXpeh6azTK5hMcaqPLBXAx2x7VQ8LeH7eKAbwWs7c5fsZ5D2/H9BXpOk2e9jeXboADgbjhWbso/2RRuBDGqogXjjrzUpIA5q87PcO63BgMUXzyyxL+Sg+9R3NtCb+bgxWsKq0mPcdB7mmxGa2HfpgVSmiEUrKOh5FbcVlCDGbmYwecC0a4zgdtxNZd2mSrA5wSpPr6UhoyZIdsjf3TyPpWLLZOszqCMA966W4j+VWHbg1Su48bJAOvyn+lZVKUam53YTHVcK37PqYn2Zx/Bn6UeWR1RvyrTyfxpDg9qweEXRnpwz6p9uAmh3Fpp1xNfzsxuIU/wBGhGcO57sfQeldJDqFhd240m9u2uo2Q3F3dmfYu7rtUdx7CuZIUjoKheGNuqg/hVwpzgrKzMquNw1efPPmT+Wnbz8/U7bULNJNQsjaaXZPYtGvmXU4BUJ/dUZ6/rzVW48I+G3v5YUsraUqTLcfvWWSBCONqgc//XrkxblCrK7JtOV2seD6j0qeCe+tWneC6YG4/wBaWw2/6k81Tb6xJi6drU61req69dyteaZp8NwU02FzukPls+OUH8R44Gf5U9tNkRR+9YMGCEFPUZGO5zSl7kJtEURA6D5sD8M4qUXrK+94ZQdxfAYMNxAGeeegrmcVe7Vj2FWcopRkpfNNlWS0vIs/MrbW2tk7SDjI6+1RNNJGdk0fUZHuPWtH+0Y1hxueORWLxuynfE56kEcEH0NZ8zS6rqSpAnzSEJGoUDHvgdOcmk5tfCwjhadV/vqasutrfka+haBF4giuy/7iJUKLIEBIc9xn061LL8O50YGPUYpMDpJEV/kTXaaXp8el6dDaR/wDLH+8x6mrRrtjfl97c+Trum6j9lpHoeay+Dtaic7IoJV9Y5v6HFVW0DWYz82mTkd8EH+Rr1E49KAKozPMV06/T5nsblOMZMRp7RzqoD28w/3ozXpVIRkc80rAeWvG5x+7kH1Qiq7qxcKF4x3r027McULHywW7DFeYahq0l7qczRqDGDsTA4wO/wCeTRYLiYGASVzk8HrSC23PhZI1yORJKqA/QsRVHxBq76PYM8So906/u89F9Wx7dveuDtLG61aWSUCOSQEefc3Q3jceigev+eKVR8kOaTsNauyPUp9Iv0txL5BeIc742VwPxUmqJK4IX09K8/jk1HRNQkFlqD21zA21vIlIBP06EexrotL8Y/2rcC31KGNL4j5ZohtWfH95egb3HBrKn7a95WafVafgNuO2zN8BQxPOcVXIGemeeop32hJAue/TFJgM3OfqDW5JctWPmIN3OfpivHlkL3MshOd00jn8WJr12NvLiZ252Kze/QmvGYGPlA/7JNVAmRS3biT6mta1bEEX0rH7VqW5/cx/SrIL6vzTy9VlbkU8mkVch1Ft1hMPUD+Yqz4Y0FdQnWe4Sc2oByYwRjHGc96p3rlbORhgkY4IyOorsLCCLUrS1uEu7+G0htlWJLGXy/JlAxkn39frRfQSORvbGOx1qWGNiypINrY6gjPNI/Sr3iCZH1mNA4kljijSaQEfMw7/AFrPY0bjImqNsAZ7CpDUDZJPNAyvcf6wfSkhOGNOuB936dajj++R7UyWb+gk+bcL1yVb+Yr0DSf9UoI7dBXn2g4GozL03R5/Iiu90o7QPYms5blx2NjrjGfxoHTgcZoB796fGvOTnnoKkoaQQjM3H1p+iR7tZhPoCajnbbFz3qz4e51lfZDigCbxPEk2p26Nn5Uzx9RXm+mQ7RdRBeReMnufmavQvFE/l+IY1JIAjXP5muN0eHfrDJjh9U2/r/8AXp3JZ6lrZ2w6k+ekJT/x5B/SuA0S1VdSubg8tIE4PbC4/wAa7bWn3afqb/l+Mh/+JrldKX53x3AH6VCZVjULk9/yqvLnnkf4U859TTpBxk46c0AVOlIR06U9xyRgcDqKbyQRgcCqENA5OO/ao3OV3d6sEDZn35z0pCoZMEdutACWsiq45+9xmujtnEtsAT935TzXJgENmt/TZQSFPAcfrWc1pcqJpbTvHv6mmnAycjAHH+NSY+9jt+dNKnuPcisixox6EH6UoB4GKcefm45/WlbOTwPXOKAEx04Of50h5yTgZHFKBg9KBu2kcYPtQBHJyCT97OM+tYtxuMjcHjk4HSt18njPT5Rj0rGvo8NkZANVETON1iX7PrEMrj926bW9x0P9Kz9hhkeE4yp4+nY1seJrQy6f5yKS8J3cf3e/+fase2mOpWYhU5urYZQA/wCtj7/iP5V0x2MmWbabaQATjvWrb3JBzknHWsGGTdzgdOuOtadu5P0+maZKOw03UFk/ds2NwxUlzujcqwwRXNwhywC5zng1sww3eoQ7DNmSMfKCOWHpSKNLwtqtlYeLbAahsWK5LQxyP91JSMrn0zgj6mnat4q8R22q3Fh4j02z1GwaQrJYtb4Owngo38XHQ1z17Zebby2twhZJRh1PfByPxB5rR0/xf4o0iGO38201K3jwEF9GTIgHowOT+OaBHH/EvwRF4Y1pFsd5sbqPz4N5yVGeUPuP5EV55MhYFv4h1969Z8SaxqHiK6W41IxllTYiRrhUXrxnn8TXnGs2BtLnzQP3bnjHY1aZLNzwNe/bYLzw3Ow2XKtNaH+5MByPoy/qKyr63N9aSpsEc0EhAQdAR29az9HuW0/X7C6Tgxzo4x9ea67xDam08X3Sov7m4y4wOmOf5Unox9DkrO6jMGx3dJlcfL2I9QexFdPpusXMO1XJkUcbowCT9VOMn3H5Vyl1KTdzxy2EQ3HjAIcD1Bzz/KmLLd2jbFwwB4BFN6iPSW12FAu5gMjo0boR+YqJtUfUH2xKzHj5gpVR7kmuQXXbyAKkto27AIOWHB6H6VLHrd9OQEh2+hNTyoq/clvZhqHiGS4hASztvkjXsOMAD8K0YdMkEQuZkIiA3BSOXNFFV1Ei9YCTaXuI22O25s8Vf1zxBNp+k+TbOVuLlSiFTyE6Fvy4+tFFML6HP+HLDdMLhxiOLhc92rqjI0oCuzHH3R/SiikCKUkhLMMY5x06VTaVi+1SfmHfpRRSGRSDKHI96imU7AcY5oopAQXt6tpZrGOZX6cdK6bwp4buIgZJYyb2cbpCRnyk64/x9+KKKbBHreiWlzY6esUMkhUA5DxL37g/41ptJN5HkNZIwjXCnYTt9/eiikBWklYwRQJE6Rod78cufWrU00F/dGN/MgtzlwSMbn7E+2KKKYEU8pFgtmJDcMGzv2nCj0GearG3ZoWXYckZHFFFICk0ZMJ3AqCOMismabzEMaoTz94/0oooGittb+6fyphDeh/KiigYnlsT90/lT/LOQAjMTxgDrRRQBcg0meTBl3RL/dAyx/wq+mn20PLQb8f3yTRRSAqanax290qRRlMpuZOfl9P0qntY9VP5UUUAI0ZbjyyxJwBtrqPDnh02sv2yaArMRgDH3R/iaKKlxTexoq1SMXFSdmdIUbP3W/Ko9j5+4fyoopmQhjb+4fypPLYdVP5UUUDAo/8Acb8qjYOP4W/KiimDOT8X6hJaabIIywlb5E4/iP8AgMmvN49RTStXsIZ7XzoSQ8qHPzoPvAHtgUUVVOKlNJibsjnNXebV7maZFxukyidlXPC1Lafb7OwitobLYyytK0kjcFjjBx7AAUUV7OLy+hWcVNaHPSrThdojWxeBJJCS8rnLvjqayZLfOo206Da4lBBA+9zg0UV018PTjRcEtEZKb57nSbpomOD8ue9allIzqecH1FFFfMo7xmpatd6ddzRG3DWhsZXDsm4MdpH4HkV5dGNkBHPyp/SiitIkSM/nafpWsqhHCLu2gD72M9PbiiiqIJ8kvnAGT0AoJOT160UUDIL3myk+g/mKveH7W8vrLUI4JogLO3WfY7EGRSwU47ZGR+FFFJ7AZk0MlveL56SpM6oziT3/AKdMVI2aKKYMjOaifgnrRRQBDcnISoIj+9HuDRRTEa9ncmzuPOVdxMTLgDPXBzXe6DNLLZwvLHtc8n5efaiis5lxOjCk4+Xr6ipCXjj80Q+bs+Yx4+8B1FFFQix+q3Vhd2sDWdsInM0pIVSMR5GwH3xmpvC0LSapIQCcADge9FFMRB4mt5ZtXnYRlguBwMkY/wD11zXhyHPiSzXBw2qMfyYUUVIdTt9aLf2LfOFOGZB09fMP9RXP6dG2yTAPJwOKKKkpmj5TQ4laIyBCGKEfeFWr+fTrgbbKJUlNxIQqAjEXGzP60UVSEZkkT56dKZ5RxwD680UUWAvaedNTC38XzPcRgM27asfPmdPwqoAkrSGBW8rcdmTnjtRRTEVZ42RuQ2T7VYs2cNtw2V5AxRRSew0dNGTLEj8kEY6VJ5TlgoTtxx1oornZoIYnxuCHBOAPT2pRGy9UzzzxRRQA0o2ejZHTilMfzYQE8dxRRSAQo2OUbNVLqBpEYlG/KiimmBgXNuRuVkPToRmvPtTsZtG1FXh3LGW3wuP4T6f57UUV0QZnNGxZmHWVaa2ULeKN09uo+9/tp6j1Har1tFnGQfyoorQg04rc8EZI+ladlvidSAfyoopDRtvbLdID5eGrW0230jT/AAvNqtxp5v5klaIxKASGDbdvPA9cmiikDMA2egeL55LOxsrjRNbVS8dtOP3cwHoRx+I6eled65pMvlT2lxC0c0ZKsjDlWHUUUU0ScRYWUlxq9rb4O8zBTge9d54strmae5vLUSrNbsskTx53DAwcH6UUU5bjijkn1eaaOIG2tgyLtZ1Qgv7kZxn3AFF00q2sFwfs0iTZA2j5lI6gjPFFFCAqPdOyKgggXb/EqHJ+vNLHqN1FgIyL/wAAFFFMD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4" name="Picture 303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93" r="11642" b="18711"/>
          <a:stretch/>
        </p:blipFill>
        <p:spPr>
          <a:xfrm>
            <a:off x="4966751" y="23402918"/>
            <a:ext cx="2559940" cy="2783224"/>
          </a:xfrm>
          <a:prstGeom prst="rect">
            <a:avLst/>
          </a:prstGeom>
        </p:spPr>
      </p:pic>
      <p:pic>
        <p:nvPicPr>
          <p:cNvPr id="305" name="Picture 304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9" t="32362" r="15060" b="18456"/>
          <a:stretch/>
        </p:blipFill>
        <p:spPr>
          <a:xfrm>
            <a:off x="7620351" y="23389286"/>
            <a:ext cx="2710315" cy="2796856"/>
          </a:xfrm>
          <a:prstGeom prst="rect">
            <a:avLst/>
          </a:prstGeom>
        </p:spPr>
      </p:pic>
      <p:cxnSp>
        <p:nvCxnSpPr>
          <p:cNvPr id="309" name="Straight Arrow Connector 308"/>
          <p:cNvCxnSpPr/>
          <p:nvPr/>
        </p:nvCxnSpPr>
        <p:spPr>
          <a:xfrm>
            <a:off x="3743648" y="13384189"/>
            <a:ext cx="0" cy="46768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 flipH="1">
            <a:off x="2350656" y="14047647"/>
            <a:ext cx="1186574" cy="537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flipH="1">
            <a:off x="1758596" y="13181602"/>
            <a:ext cx="452313" cy="418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flipV="1">
            <a:off x="2273901" y="13312347"/>
            <a:ext cx="55306" cy="55899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 flipH="1">
            <a:off x="1588909" y="14082514"/>
            <a:ext cx="460649" cy="537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四角形: 角を丸くする 181">
            <a:extLst>
              <a:ext uri="{FF2B5EF4-FFF2-40B4-BE49-F238E27FC236}">
                <a16:creationId xmlns:a16="http://schemas.microsoft.com/office/drawing/2014/main" id="{4C9A6873-C57E-4A8B-B2D2-764D8647CF4D}"/>
              </a:ext>
            </a:extLst>
          </p:cNvPr>
          <p:cNvSpPr/>
          <p:nvPr/>
        </p:nvSpPr>
        <p:spPr>
          <a:xfrm>
            <a:off x="4347336" y="10430340"/>
            <a:ext cx="2673101" cy="2336197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defTabSz="456880">
              <a:buFont typeface="Arial" panose="020B0604020202020204" pitchFamily="34" charset="0"/>
              <a:buChar char="•"/>
            </a:pPr>
            <a:r>
              <a:rPr lang="en-GB" altLang="ja-JP" sz="1900" dirty="0" smtClean="0">
                <a:solidFill>
                  <a:prstClr val="black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Installed fibre switch creates dual emission channels</a:t>
            </a:r>
          </a:p>
          <a:p>
            <a:pPr marL="180975" indent="-180975" defTabSz="456880">
              <a:buFont typeface="Arial" panose="020B0604020202020204" pitchFamily="34" charset="0"/>
              <a:buChar char="•"/>
            </a:pPr>
            <a:r>
              <a:rPr lang="en-GB" altLang="ja-JP" sz="1900" dirty="0" smtClean="0">
                <a:solidFill>
                  <a:prstClr val="black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Even power split obtained for optimal light sheet formation</a:t>
            </a:r>
          </a:p>
          <a:p>
            <a:pPr marL="180975" indent="-180975" defTabSz="456880">
              <a:buFont typeface="Arial" panose="020B0604020202020204" pitchFamily="34" charset="0"/>
              <a:buChar char="•"/>
            </a:pPr>
            <a:endParaRPr lang="ja-JP" altLang="en-US" sz="1200" baseline="30000" dirty="0">
              <a:solidFill>
                <a:prstClr val="black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730092" y="10084163"/>
            <a:ext cx="1577788" cy="2478255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 rotWithShape="1">
          <a:blip r:embed="rId12"/>
          <a:srcRect r="50000" b="47494"/>
          <a:stretch/>
        </p:blipFill>
        <p:spPr>
          <a:xfrm>
            <a:off x="10684009" y="5141460"/>
            <a:ext cx="5369054" cy="3355334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 rotWithShape="1">
          <a:blip r:embed="rId13"/>
          <a:srcRect l="39125" t="53912" r="33032" b="21966"/>
          <a:stretch/>
        </p:blipFill>
        <p:spPr>
          <a:xfrm>
            <a:off x="16201334" y="6799414"/>
            <a:ext cx="1616467" cy="1639696"/>
          </a:xfrm>
          <a:prstGeom prst="rect">
            <a:avLst/>
          </a:prstGeom>
        </p:spPr>
      </p:pic>
      <p:pic>
        <p:nvPicPr>
          <p:cNvPr id="98" name="Picture 97"/>
          <p:cNvPicPr>
            <a:picLocks noChangeAspect="1"/>
          </p:cNvPicPr>
          <p:nvPr/>
        </p:nvPicPr>
        <p:blipFill rotWithShape="1">
          <a:blip r:embed="rId13"/>
          <a:srcRect l="37555" t="1124" r="31465" b="71455"/>
          <a:stretch/>
        </p:blipFill>
        <p:spPr>
          <a:xfrm>
            <a:off x="16175799" y="5079532"/>
            <a:ext cx="1708991" cy="1873718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20833" b="6606"/>
          <a:stretch/>
        </p:blipFill>
        <p:spPr>
          <a:xfrm>
            <a:off x="6772369" y="16778059"/>
            <a:ext cx="3521090" cy="1925312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15"/>
          <a:srcRect l="21911" r="12722"/>
          <a:stretch/>
        </p:blipFill>
        <p:spPr>
          <a:xfrm>
            <a:off x="10987916" y="14185303"/>
            <a:ext cx="2486128" cy="4455234"/>
          </a:xfrm>
          <a:prstGeom prst="rect">
            <a:avLst/>
          </a:prstGeom>
        </p:spPr>
      </p:pic>
      <p:grpSp>
        <p:nvGrpSpPr>
          <p:cNvPr id="232" name="Group 231"/>
          <p:cNvGrpSpPr/>
          <p:nvPr/>
        </p:nvGrpSpPr>
        <p:grpSpPr>
          <a:xfrm>
            <a:off x="13455149" y="14123103"/>
            <a:ext cx="2211485" cy="4398173"/>
            <a:chOff x="13518040" y="14725923"/>
            <a:chExt cx="3351592" cy="5509899"/>
          </a:xfrm>
        </p:grpSpPr>
        <p:pic>
          <p:nvPicPr>
            <p:cNvPr id="105" name="Picture 10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741359" y="15528766"/>
              <a:ext cx="3128273" cy="3993230"/>
            </a:xfrm>
            <a:prstGeom prst="rect">
              <a:avLst/>
            </a:prstGeom>
          </p:spPr>
        </p:pic>
        <p:sp>
          <p:nvSpPr>
            <p:cNvPr id="205" name="TextBox 204"/>
            <p:cNvSpPr txBox="1"/>
            <p:nvPr/>
          </p:nvSpPr>
          <p:spPr>
            <a:xfrm>
              <a:off x="13518040" y="14725923"/>
              <a:ext cx="1510389" cy="732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IDS Camera</a:t>
              </a:r>
              <a:endParaRPr lang="en-GB" sz="1600" dirty="0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4750475" y="14837479"/>
              <a:ext cx="1693725" cy="823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Laser Fibre Collimator</a:t>
              </a:r>
              <a:endParaRPr lang="en-GB" sz="1600" dirty="0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4861757" y="16051869"/>
              <a:ext cx="1157010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ETL</a:t>
              </a:r>
              <a:endParaRPr lang="en-GB" dirty="0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14564546" y="19436502"/>
              <a:ext cx="1537782" cy="79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Mirrors (45</a:t>
              </a:r>
              <a:r>
                <a:rPr lang="en-GB" baseline="30000" dirty="0" smtClean="0"/>
                <a:t>o </a:t>
              </a:r>
              <a:r>
                <a:rPr lang="en-GB" dirty="0" smtClean="0"/>
                <a:t>Tilt)</a:t>
              </a:r>
              <a:endParaRPr lang="en-GB" dirty="0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4602622" y="17898993"/>
              <a:ext cx="1460226" cy="925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 smtClean="0"/>
                <a:t>Lens </a:t>
              </a:r>
              <a:r>
                <a:rPr lang="en-GB" sz="1400" dirty="0" smtClean="0"/>
                <a:t>Tube,</a:t>
              </a:r>
            </a:p>
            <a:p>
              <a:pPr algn="ctr"/>
              <a:r>
                <a:rPr lang="en-GB" sz="1400" dirty="0" smtClean="0"/>
                <a:t>f = 75mm</a:t>
              </a:r>
              <a:endParaRPr lang="en-GB" sz="1400" dirty="0"/>
            </a:p>
          </p:txBody>
        </p:sp>
        <p:cxnSp>
          <p:nvCxnSpPr>
            <p:cNvPr id="210" name="Straight Connector 209"/>
            <p:cNvCxnSpPr/>
            <p:nvPr/>
          </p:nvCxnSpPr>
          <p:spPr>
            <a:xfrm>
              <a:off x="14523612" y="19482486"/>
              <a:ext cx="292435" cy="3830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5833047" y="19537894"/>
              <a:ext cx="269281" cy="3668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15655671" y="17739070"/>
              <a:ext cx="177376" cy="5463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4816047" y="16537155"/>
              <a:ext cx="400761" cy="7077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flipV="1">
              <a:off x="14235354" y="15571971"/>
              <a:ext cx="185137" cy="1648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H="1" flipV="1">
              <a:off x="15690075" y="15815737"/>
              <a:ext cx="372774" cy="4433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0" name="AutoShape 14" descr="Chart, scatter chart&#10;&#10;Description automatically generated"/>
          <p:cNvSpPr>
            <a:spLocks noChangeAspect="1" noChangeArrowheads="1"/>
          </p:cNvSpPr>
          <p:nvPr/>
        </p:nvSpPr>
        <p:spPr bwMode="auto">
          <a:xfrm>
            <a:off x="123825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6" name="TextBox 245"/>
          <p:cNvSpPr txBox="1"/>
          <p:nvPr/>
        </p:nvSpPr>
        <p:spPr>
          <a:xfrm>
            <a:off x="16151816" y="17653904"/>
            <a:ext cx="217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0690803" y="5140824"/>
            <a:ext cx="708471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1a)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978224" y="23402917"/>
            <a:ext cx="549314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3b)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0987090" y="14176450"/>
            <a:ext cx="518434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4a)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12428" y="21010107"/>
            <a:ext cx="524754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3a)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7620351" y="23390300"/>
            <a:ext cx="549314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3c)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6201334" y="6489827"/>
            <a:ext cx="530582" cy="3762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1b)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6201334" y="8087685"/>
            <a:ext cx="530582" cy="3762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</a:rPr>
              <a:t>1c)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3591798" y="18271205"/>
            <a:ext cx="518434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4b)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9" name="四角形: 角を丸くする 302">
            <a:extLst>
              <a:ext uri="{FF2B5EF4-FFF2-40B4-BE49-F238E27FC236}">
                <a16:creationId xmlns:a16="http://schemas.microsoft.com/office/drawing/2014/main" id="{45082420-7ABA-4A08-A590-A527D6BBCFC1}"/>
              </a:ext>
            </a:extLst>
          </p:cNvPr>
          <p:cNvSpPr/>
          <p:nvPr/>
        </p:nvSpPr>
        <p:spPr>
          <a:xfrm>
            <a:off x="10964128" y="18767633"/>
            <a:ext cx="9877073" cy="17835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defTabSz="456880"/>
            <a:r>
              <a:rPr lang="en-GB" altLang="ja-JP" sz="24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Figure 4:</a:t>
            </a:r>
          </a:p>
          <a:p>
            <a:pPr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a)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Image of experimental setup</a:t>
            </a:r>
          </a:p>
          <a:p>
            <a:pPr marL="273050" indent="-273050"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b)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Diagram of experimental setup and components.</a:t>
            </a:r>
          </a:p>
          <a:p>
            <a:pPr marL="546100" indent="-546100"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c-d) </a:t>
            </a:r>
            <a:r>
              <a:rPr lang="en-GB" altLang="ja-JP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Plots of focal power recorded for left (c) and right (d) ETL focal power settings. </a:t>
            </a:r>
          </a:p>
          <a:p>
            <a:pPr marL="449263" indent="-449263" defTabSz="456880"/>
            <a:r>
              <a:rPr lang="en-GB" altLang="ja-JP" sz="2000" b="1" dirty="0" smtClean="0">
                <a:solidFill>
                  <a:prstClr val="black"/>
                </a:solidFill>
                <a:latin typeface="Arial" panose="020B0604020202020204"/>
                <a:ea typeface="ＭＳ Ｐゴシック" panose="020B0600070205080204" pitchFamily="34" charset="-128"/>
              </a:rPr>
              <a:t>e-f) </a:t>
            </a:r>
            <a:r>
              <a:rPr lang="en-GB" altLang="ja-JP" dirty="0">
                <a:solidFill>
                  <a:prstClr val="black"/>
                </a:solidFill>
              </a:rPr>
              <a:t>Plots of focal power recorded </a:t>
            </a:r>
            <a:r>
              <a:rPr lang="en-GB" altLang="ja-JP" dirty="0" smtClean="0">
                <a:solidFill>
                  <a:prstClr val="black"/>
                </a:solidFill>
              </a:rPr>
              <a:t>for left (e) and right (f) ETL current settings.</a:t>
            </a:r>
            <a:endParaRPr lang="en-GB" altLang="ja-JP" dirty="0">
              <a:solidFill>
                <a:prstClr val="black"/>
              </a:solidFill>
            </a:endParaRPr>
          </a:p>
          <a:p>
            <a:pPr defTabSz="456880"/>
            <a:endParaRPr lang="en-GB" altLang="ja-JP" sz="2498" dirty="0" smtClean="0">
              <a:solidFill>
                <a:prstClr val="black"/>
              </a:solidFill>
              <a:latin typeface="Arial" panose="020B0604020202020204"/>
              <a:ea typeface="ＭＳ Ｐゴシック" panose="020B0600070205080204" pitchFamily="34" charset="-128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r="6406"/>
          <a:stretch/>
        </p:blipFill>
        <p:spPr>
          <a:xfrm>
            <a:off x="18208491" y="21635950"/>
            <a:ext cx="2641329" cy="224596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8141831" y="14099291"/>
            <a:ext cx="2699371" cy="2313376"/>
            <a:chOff x="18144171" y="14121608"/>
            <a:chExt cx="2699371" cy="2355771"/>
          </a:xfrm>
        </p:grpSpPr>
        <p:grpSp>
          <p:nvGrpSpPr>
            <p:cNvPr id="16" name="Group 15"/>
            <p:cNvGrpSpPr/>
            <p:nvPr/>
          </p:nvGrpSpPr>
          <p:grpSpPr>
            <a:xfrm>
              <a:off x="18144171" y="14121608"/>
              <a:ext cx="2699371" cy="2355771"/>
              <a:chOff x="18327100" y="14136615"/>
              <a:chExt cx="2516442" cy="2167980"/>
            </a:xfrm>
          </p:grpSpPr>
          <p:pic>
            <p:nvPicPr>
              <p:cNvPr id="227" name="Picture 226"/>
              <p:cNvPicPr>
                <a:picLocks noChangeAspect="1"/>
              </p:cNvPicPr>
              <p:nvPr/>
            </p:nvPicPr>
            <p:blipFill rotWithShape="1">
              <a:blip r:embed="rId18"/>
              <a:srcRect r="7404"/>
              <a:stretch/>
            </p:blipFill>
            <p:spPr>
              <a:xfrm>
                <a:off x="18327100" y="14136615"/>
                <a:ext cx="2516442" cy="1949913"/>
              </a:xfrm>
              <a:prstGeom prst="rect">
                <a:avLst/>
              </a:prstGeom>
            </p:spPr>
          </p:pic>
          <p:sp>
            <p:nvSpPr>
              <p:cNvPr id="245" name="TextBox 244"/>
              <p:cNvSpPr txBox="1"/>
              <p:nvPr/>
            </p:nvSpPr>
            <p:spPr>
              <a:xfrm>
                <a:off x="19955003" y="15496395"/>
                <a:ext cx="888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smtClean="0"/>
                  <a:t>ETL 2</a:t>
                </a:r>
                <a:endParaRPr lang="en-GB" dirty="0"/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18643235" y="16016162"/>
                <a:ext cx="2175284" cy="2884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Focal Power Setting (</a:t>
                </a:r>
                <a:r>
                  <a:rPr lang="en-GB" sz="1400" dirty="0" err="1" smtClean="0"/>
                  <a:t>dpt</a:t>
                </a:r>
                <a:r>
                  <a:rPr lang="en-GB" sz="1200" dirty="0"/>
                  <a:t>)</a:t>
                </a:r>
                <a:r>
                  <a:rPr lang="en-GB" sz="1200" dirty="0" smtClean="0"/>
                  <a:t> </a:t>
                </a:r>
                <a:endParaRPr lang="en-GB" sz="1200" dirty="0"/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18644783" y="14270969"/>
                <a:ext cx="560672" cy="37497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chemeClr val="bg1"/>
                    </a:solidFill>
                  </a:rPr>
                  <a:t>4d)</a:t>
                </a:r>
                <a:endParaRPr lang="en-GB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0" name="TextBox 169"/>
            <p:cNvSpPr txBox="1"/>
            <p:nvPr/>
          </p:nvSpPr>
          <p:spPr>
            <a:xfrm rot="16200000">
              <a:off x="17265794" y="15085822"/>
              <a:ext cx="21752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/>
                <a:t>Focal Power Measured (</a:t>
              </a:r>
              <a:r>
                <a:rPr lang="en-GB" sz="1200" dirty="0" err="1" smtClean="0"/>
                <a:t>dpt</a:t>
              </a:r>
              <a:r>
                <a:rPr lang="en-GB" sz="1200" dirty="0"/>
                <a:t>)</a:t>
              </a:r>
              <a:r>
                <a:rPr lang="en-GB" sz="1200" dirty="0" smtClean="0"/>
                <a:t> </a:t>
              </a:r>
              <a:endParaRPr lang="en-GB" sz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666637" y="14103386"/>
            <a:ext cx="2548297" cy="2308179"/>
            <a:chOff x="15801307" y="14136616"/>
            <a:chExt cx="2397507" cy="2176491"/>
          </a:xfrm>
        </p:grpSpPr>
        <p:pic>
          <p:nvPicPr>
            <p:cNvPr id="226" name="Picture 225"/>
            <p:cNvPicPr>
              <a:picLocks noChangeAspect="1"/>
            </p:cNvPicPr>
            <p:nvPr/>
          </p:nvPicPr>
          <p:blipFill rotWithShape="1">
            <a:blip r:embed="rId19"/>
            <a:srcRect r="8929"/>
            <a:stretch/>
          </p:blipFill>
          <p:spPr>
            <a:xfrm>
              <a:off x="15811816" y="14155208"/>
              <a:ext cx="2378774" cy="1957551"/>
            </a:xfrm>
            <a:prstGeom prst="rect">
              <a:avLst/>
            </a:prstGeom>
          </p:spPr>
        </p:pic>
        <p:sp>
          <p:nvSpPr>
            <p:cNvPr id="244" name="TextBox 243"/>
            <p:cNvSpPr txBox="1"/>
            <p:nvPr/>
          </p:nvSpPr>
          <p:spPr>
            <a:xfrm>
              <a:off x="17144835" y="15533714"/>
              <a:ext cx="1049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ETL 1 </a:t>
              </a:r>
              <a:endParaRPr lang="en-GB" dirty="0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6094045" y="14246509"/>
              <a:ext cx="533007" cy="3672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chemeClr val="bg1"/>
                  </a:solidFill>
                </a:rPr>
                <a:t>4c)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6023530" y="16022890"/>
              <a:ext cx="2175284" cy="2902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 smtClean="0"/>
                <a:t>Focal Power Setting (</a:t>
              </a:r>
              <a:r>
                <a:rPr lang="en-GB" sz="1400" dirty="0" err="1" smtClean="0"/>
                <a:t>dpt</a:t>
              </a:r>
              <a:r>
                <a:rPr lang="en-GB" sz="1400" dirty="0"/>
                <a:t>)</a:t>
              </a:r>
              <a:r>
                <a:rPr lang="en-GB" sz="1400" dirty="0" smtClean="0"/>
                <a:t> </a:t>
              </a:r>
              <a:endParaRPr lang="en-GB" sz="1400" dirty="0"/>
            </a:p>
          </p:txBody>
        </p:sp>
        <p:sp>
          <p:nvSpPr>
            <p:cNvPr id="178" name="TextBox 177"/>
            <p:cNvSpPr txBox="1"/>
            <p:nvPr/>
          </p:nvSpPr>
          <p:spPr>
            <a:xfrm rot="16200000">
              <a:off x="14852165" y="15085758"/>
              <a:ext cx="21752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/>
                <a:t>Focal Power Measured (</a:t>
              </a:r>
              <a:r>
                <a:rPr lang="en-GB" sz="1200" dirty="0" err="1" smtClean="0"/>
                <a:t>dpt</a:t>
              </a:r>
              <a:r>
                <a:rPr lang="en-GB" sz="1200" dirty="0"/>
                <a:t>)</a:t>
              </a:r>
              <a:r>
                <a:rPr lang="en-GB" sz="1200" dirty="0" smtClean="0"/>
                <a:t> </a:t>
              </a:r>
              <a:endParaRPr lang="en-GB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5637888" y="16327605"/>
            <a:ext cx="2577047" cy="2423361"/>
            <a:chOff x="15688995" y="17819583"/>
            <a:chExt cx="2577047" cy="2423361"/>
          </a:xfrm>
        </p:grpSpPr>
        <p:pic>
          <p:nvPicPr>
            <p:cNvPr id="233" name="Picture 232" descr="Chart, line chart&#10;&#10;Description automatically generated"/>
            <p:cNvPicPr/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37" r="8894"/>
            <a:stretch/>
          </p:blipFill>
          <p:spPr>
            <a:xfrm>
              <a:off x="15801307" y="17875478"/>
              <a:ext cx="2440250" cy="2150956"/>
            </a:xfrm>
            <a:prstGeom prst="rect">
              <a:avLst/>
            </a:prstGeom>
          </p:spPr>
        </p:pic>
        <p:sp>
          <p:nvSpPr>
            <p:cNvPr id="247" name="TextBox 246"/>
            <p:cNvSpPr txBox="1"/>
            <p:nvPr/>
          </p:nvSpPr>
          <p:spPr>
            <a:xfrm>
              <a:off x="16090758" y="19904390"/>
              <a:ext cx="217528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Current (A)</a:t>
              </a:r>
              <a:endParaRPr lang="en-GB" sz="1600" dirty="0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6049084" y="17936260"/>
              <a:ext cx="545831" cy="3693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chemeClr val="bg1"/>
                  </a:solidFill>
                </a:rPr>
                <a:t>4e)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7102873" y="18956530"/>
              <a:ext cx="1097450" cy="5078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GB" sz="900" dirty="0" smtClean="0"/>
            </a:p>
            <a:p>
              <a:pPr algn="ctr"/>
              <a:r>
                <a:rPr lang="en-GB" dirty="0" smtClean="0"/>
                <a:t>ETL 1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 rot="16200000">
              <a:off x="14739853" y="18768725"/>
              <a:ext cx="21752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/>
                <a:t>Focal Power Measured (</a:t>
              </a:r>
              <a:r>
                <a:rPr lang="en-GB" sz="1200" dirty="0" err="1" smtClean="0"/>
                <a:t>dpt</a:t>
              </a:r>
              <a:r>
                <a:rPr lang="en-GB" sz="1200" dirty="0"/>
                <a:t>)</a:t>
              </a:r>
              <a:r>
                <a:rPr lang="en-GB" sz="1200" dirty="0" smtClean="0"/>
                <a:t> </a:t>
              </a:r>
              <a:endParaRPr lang="en-GB" sz="12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8199472" y="16318348"/>
            <a:ext cx="2595818" cy="2440803"/>
            <a:chOff x="18245725" y="17782271"/>
            <a:chExt cx="2595818" cy="2440803"/>
          </a:xfrm>
        </p:grpSpPr>
        <p:pic>
          <p:nvPicPr>
            <p:cNvPr id="231" name="Picture 230"/>
            <p:cNvPicPr>
              <a:picLocks noChangeAspect="1"/>
            </p:cNvPicPr>
            <p:nvPr/>
          </p:nvPicPr>
          <p:blipFill rotWithShape="1">
            <a:blip r:embed="rId21"/>
            <a:srcRect l="3114" r="8248"/>
            <a:stretch/>
          </p:blipFill>
          <p:spPr>
            <a:xfrm>
              <a:off x="18356082" y="17854443"/>
              <a:ext cx="2485461" cy="2173431"/>
            </a:xfrm>
            <a:prstGeom prst="rect">
              <a:avLst/>
            </a:prstGeom>
          </p:spPr>
        </p:pic>
        <p:sp>
          <p:nvSpPr>
            <p:cNvPr id="249" name="TextBox 248"/>
            <p:cNvSpPr txBox="1"/>
            <p:nvPr/>
          </p:nvSpPr>
          <p:spPr>
            <a:xfrm>
              <a:off x="18607858" y="19884520"/>
              <a:ext cx="217528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Current (A)</a:t>
              </a:r>
              <a:endParaRPr lang="en-GB" sz="1600" dirty="0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8639477" y="17927031"/>
              <a:ext cx="517704" cy="3678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chemeClr val="bg1"/>
                  </a:solidFill>
                </a:rPr>
                <a:t>4f)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9904779" y="18773527"/>
              <a:ext cx="893154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GB" dirty="0" smtClean="0"/>
            </a:p>
            <a:p>
              <a:pPr algn="ctr"/>
              <a:r>
                <a:rPr lang="en-GB" dirty="0" smtClean="0"/>
                <a:t>ETL 2</a:t>
              </a:r>
              <a:endParaRPr lang="en-GB" dirty="0"/>
            </a:p>
          </p:txBody>
        </p:sp>
        <p:sp>
          <p:nvSpPr>
            <p:cNvPr id="184" name="TextBox 183"/>
            <p:cNvSpPr txBox="1"/>
            <p:nvPr/>
          </p:nvSpPr>
          <p:spPr>
            <a:xfrm rot="16200000">
              <a:off x="17296583" y="18731413"/>
              <a:ext cx="21752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/>
                <a:t>Focal Power Measured (</a:t>
              </a:r>
              <a:r>
                <a:rPr lang="en-GB" sz="1200" dirty="0" err="1" smtClean="0"/>
                <a:t>dpt</a:t>
              </a:r>
              <a:r>
                <a:rPr lang="en-GB" sz="1200" dirty="0"/>
                <a:t>)</a:t>
              </a:r>
              <a:r>
                <a:rPr lang="en-GB" sz="1200" dirty="0" smtClean="0"/>
                <a:t> </a:t>
              </a:r>
              <a:endParaRPr lang="en-GB" sz="1200" dirty="0"/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6702418" y="26351228"/>
            <a:ext cx="580697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3e)</a:t>
            </a:r>
            <a:endParaRPr lang="en-GB" dirty="0">
              <a:solidFill>
                <a:schemeClr val="bg1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48608" y="26327973"/>
            <a:ext cx="6153809" cy="3608825"/>
            <a:chOff x="548608" y="26327973"/>
            <a:chExt cx="6153809" cy="3608825"/>
          </a:xfrm>
        </p:grpSpPr>
        <p:sp>
          <p:nvSpPr>
            <p:cNvPr id="186" name="TextBox 185"/>
            <p:cNvSpPr txBox="1"/>
            <p:nvPr/>
          </p:nvSpPr>
          <p:spPr>
            <a:xfrm rot="16200000">
              <a:off x="-810021" y="28059921"/>
              <a:ext cx="334299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Contrast Transfer Function</a:t>
              </a:r>
              <a:endParaRPr lang="en-GB" sz="1600" dirty="0"/>
            </a:p>
          </p:txBody>
        </p:sp>
        <p:pic>
          <p:nvPicPr>
            <p:cNvPr id="234" name="Picture 233"/>
            <p:cNvPicPr>
              <a:picLocks noChangeAspect="1"/>
            </p:cNvPicPr>
            <p:nvPr/>
          </p:nvPicPr>
          <p:blipFill rotWithShape="1">
            <a:blip r:embed="rId22"/>
            <a:srcRect t="13088" r="8625"/>
            <a:stretch/>
          </p:blipFill>
          <p:spPr>
            <a:xfrm>
              <a:off x="1054610" y="26327973"/>
              <a:ext cx="5565279" cy="3342724"/>
            </a:xfrm>
            <a:prstGeom prst="rect">
              <a:avLst/>
            </a:prstGeom>
          </p:spPr>
        </p:pic>
        <p:pic>
          <p:nvPicPr>
            <p:cNvPr id="188" name="Picture 187"/>
            <p:cNvPicPr>
              <a:picLocks noChangeAspect="1"/>
            </p:cNvPicPr>
            <p:nvPr/>
          </p:nvPicPr>
          <p:blipFill rotWithShape="1">
            <a:blip r:embed="rId22"/>
            <a:srcRect l="50984" t="8043" r="25112" b="87771"/>
            <a:stretch/>
          </p:blipFill>
          <p:spPr>
            <a:xfrm>
              <a:off x="3193889" y="28777256"/>
              <a:ext cx="3217957" cy="359654"/>
            </a:xfrm>
            <a:prstGeom prst="rect">
              <a:avLst/>
            </a:prstGeom>
          </p:spPr>
        </p:pic>
        <p:sp>
          <p:nvSpPr>
            <p:cNvPr id="161" name="TextBox 160"/>
            <p:cNvSpPr txBox="1"/>
            <p:nvPr/>
          </p:nvSpPr>
          <p:spPr>
            <a:xfrm>
              <a:off x="548608" y="26334081"/>
              <a:ext cx="534635" cy="3410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chemeClr val="bg1"/>
                  </a:solidFill>
                </a:rPr>
                <a:t>3d)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972080" y="29598244"/>
              <a:ext cx="573033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 smtClean="0"/>
                <a:t>Lateral Distance Examined </a:t>
              </a:r>
              <a:r>
                <a:rPr lang="en-GB" sz="1600" dirty="0" smtClean="0"/>
                <a:t>[µm]</a:t>
              </a:r>
              <a:endParaRPr lang="en-GB" sz="1600" dirty="0"/>
            </a:p>
          </p:txBody>
        </p:sp>
      </p:grpSp>
      <p:pic>
        <p:nvPicPr>
          <p:cNvPr id="174" name="Picture 173"/>
          <p:cNvPicPr>
            <a:picLocks noChangeAspect="1"/>
          </p:cNvPicPr>
          <p:nvPr/>
        </p:nvPicPr>
        <p:blipFill rotWithShape="1">
          <a:blip r:embed="rId22"/>
          <a:srcRect l="23648" t="7339" r="48672" b="88640"/>
          <a:stretch/>
        </p:blipFill>
        <p:spPr>
          <a:xfrm>
            <a:off x="2592549" y="28434638"/>
            <a:ext cx="3922018" cy="363578"/>
          </a:xfrm>
          <a:prstGeom prst="rect">
            <a:avLst/>
          </a:prstGeom>
        </p:spPr>
      </p:pic>
      <p:graphicFrame>
        <p:nvGraphicFramePr>
          <p:cNvPr id="237" name="Chart 236"/>
          <p:cNvGraphicFramePr/>
          <p:nvPr>
            <p:extLst>
              <p:ext uri="{D42A27DB-BD31-4B8C-83A1-F6EECF244321}">
                <p14:modId xmlns:p14="http://schemas.microsoft.com/office/powerpoint/2010/main" val="301385539"/>
              </p:ext>
            </p:extLst>
          </p:nvPr>
        </p:nvGraphicFramePr>
        <p:xfrm>
          <a:off x="1021727" y="26232190"/>
          <a:ext cx="5998710" cy="3431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4"/>
          <a:srcRect l="30746" t="8547" r="30345" b="9130"/>
          <a:stretch/>
        </p:blipFill>
        <p:spPr>
          <a:xfrm>
            <a:off x="6753940" y="26315582"/>
            <a:ext cx="3562567" cy="3585115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869117" y="183821"/>
            <a:ext cx="1402500" cy="140250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6752193" y="26333960"/>
            <a:ext cx="534635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3e)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82849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26"/>
    </p:ext>
  </p:extLst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1314</TotalTime>
  <Words>881</Words>
  <Application>Microsoft Office PowerPoint</Application>
  <PresentationFormat>Custom</PresentationFormat>
  <Paragraphs>165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Symbol</vt:lpstr>
      <vt:lpstr>Times New Roman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Milan Moreno (PGR)</dc:creator>
  <cp:lastModifiedBy>Steven Milan Moreno (PGR)</cp:lastModifiedBy>
  <cp:revision>80</cp:revision>
  <cp:lastPrinted>2023-04-19T10:44:25Z</cp:lastPrinted>
  <dcterms:created xsi:type="dcterms:W3CDTF">2023-04-12T14:15:11Z</dcterms:created>
  <dcterms:modified xsi:type="dcterms:W3CDTF">2023-04-19T14:06:36Z</dcterms:modified>
</cp:coreProperties>
</file>